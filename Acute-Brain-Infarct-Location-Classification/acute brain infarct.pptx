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1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125" autoAdjust="0"/>
  </p:normalViewPr>
  <p:slideViewPr>
    <p:cSldViewPr snapToGrid="0">
      <p:cViewPr>
        <p:scale>
          <a:sx n="58" d="100"/>
          <a:sy n="58" d="100"/>
        </p:scale>
        <p:origin x="964" y="2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05T13:57:41.96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05T13:58:07.36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05T13:57:45.75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87,'61'-1,"-12"0,31 3,-65 0,0 1,-1-1,0 2,0 0,7 3,-9-3,-10-4,1 1,-1 0,0 0,0 0,1 0,-1 0,0 0,0 0,-1 1,1-1,0 1,-2-2,1 0,-1 1,0-1,0 0,1 1,-1-1,0 1,0-1,0 0,0 1,0-1,1 0,-1 1,0-1,0 1,0-1,-1 0,1 1,0-1,0 1,0-1,0 1,-1-1,1 1,-1 0,0 0,1-1,-1 1,0 0,0-1,0 1,1 0,-1-1,0 1,0-1,0 1,-1-1,-9 5,-1-1,0 0,-1 0,0-1,1 0,-1-1,0 0,0-1,0 0,-1 0,1-1,0-1,-4 0,15 1,0 0,0-1,0 1,0-1,0 1,0-1,0 1,0-1,1 0,-1 1,0-1,0 0,1 0,-1 0,1 0,-1-1,1 1,-1-1,0 0,0 0,1-1,-1 1,1 0,0 0,0-1,0 1,0-1,0-1,0-5,0 1,1-1,0 0,1 0,2-8,-3 14,1 0,-1 0,1-1,0 1,0 0,1 0,-1 0,1 0,0 0,0 0,0 0,0 1,1-1,-1 1,1-1,0 1,0 0,0-1,0 1,1 1,-1-1,0 0,1 1,0-1,0 1,-1 0,1 0,0 0,0 0,0 1,0-1,1 1,10-1,-1 1,0 1,1 0,-1 0,0 1,0 1,2 0,16 2,-24-5,0 1,0 1,0-1,-1 1,3 0,-8-1,0 0,1 0,-1 0,0 0,0 1,0-1,0 0,0 1,0-1,0 1,-1-1,1 1,-1 0,0-1,1 1,-1 0,0 0,0 1,2 4,-1 1,0-1,-1 1,1 0,-2-1,0 1,0 0,-1-1,0 1,0 0,-1-1,-1 3,1-7,1 0,-1-1,0 1,1 0,-1-1,-1 0,1 1,0-1,-1 0,1 0,-1 0,0 0,0 0,0-1,0 1,0-1,-1 1,1-1,-1 0,1 0,-11 2,0 0,0 0,-1-2,-8 1,-25 4,42-4,0-1,0 0,0 0,-1-1,1 1,0-1,-1 0,1 0,-1-1,1 0,0 0,0 0,0 0,0-1,-2 0,-1-1,1 0,-1 0,1 0,0-1,0 0,6 3,0-1,-1 0,1 1,0-1,0 0,0 0,0 0,1 0,-1 0,1 0,0-1,-1 1,1 0,0-1,1 1,-1 0,0-1,-1-5,1-1,0 0,1 1,0-1,0 1,2-7,-1 12,-1 1,1-1,0 1,0-1,0 1,0-1,0 1,0 0,1-1,0 1,-1 0,1 0,0 0,1 0,-1 0,0 0,1 0,-1 1,1-1,-1 1,1 0,0-1,2 0,14-2,-1 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05T13:57:48.82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236 51,'-1'1,"-1"-1,0 0,1 1,-1-1,1 0,-1 1,1 0,-1-1,1 1,-1 0,1 0,-1-1,1 1,0 0,-19 15,18-14,-10 9,1 0,1 1,0 0,1 0,-7 12,13-19,0 1,1-1,-1 1,1-1,1 1,-1 0,1-1,1 1,-1 0,1 0,0 0,1-1,0 1,0 0,2 4,-2-8,0 0,0 0,0 0,0 0,1-1,-1 1,1 0,0 0,-1-1,1 1,0-1,0 0,0 1,1-1,0 1,1 0,1-1,-1 1,1-1,-1 1,1-1,0 0,0-1,3 1,-1 0,1-1,-1 0,0 0,0 0,0-1,0 0,1 0,-1-1,-1 1,1-1,0 0,0-1,-2 1,0-1,-1 0,1 0,-1 0,0-1,0 1,0-1,-1 1,1-1,-1 0,0 0,-1-1,1 1,-1 0,0-1,0 1,-1-1,0 0,2-6,0-1,-2 0,0 1,0-1,-2 0,0-8,1 19,-1 0,1 0,0 0,0 0,0 0,-1 0,1 0,-1 0,1 0,-1 0,1 0,-1 0,1 0,-1 1,0-1,0 0,0 0,0 1,0-1,0 0,0 0,0 1,0 0,0 0,0 0,0-1,0 1,0 0,0 0,-1 0,1 0,0 0,0 1,0-1,0 0,0 0,0 0,0 1,0-1,0 1,0-1,0 0,0 1,0-1,0 1,0 0,-5 2,1 1,0 0,0 0,0 1,1-1,0 1,0 0,0 0,1 0,-2 4,-2 4,1 0,0 1,-1 10,6-23,1 0,-1 0,1 0,0 0,0 0,0 0,0 0,0 0,0 0,0 0,0 1,0-1,1 0,-1 0,0 0,1 0,0 0,-1 0,1 0,-1 0,1 0,0-1,0 1,0 0,0 0,0 0,0-1,0 1,0 0,0-1,0 1,0-1,1 1,-1-1,0 1,0-1,1 0,-1 1,0-1,1 0,0 0,3 1,0-1,1 0,-1 0,0 0,0 0,0-1,0 0,0 0,0 0,3-1,5-2,0 0,0-1,-1 0,9-6,-18 10,1-1,-1-1,0 1,1 0,-1-1,-1 1,1-1,0 0,-1 0,0 0,0 0,0 0,0 0,-1 0,1-1,-1 1,0-2,0 1,0-1,0 0,0 0,-1 0,0-1,0 1,-1 0,0 0,0 1,0-1,-1 0,0 0,0 0,-1 1,1-1,-1 1,0-1,-1 1,0 0,1 0,-1 0,-1 1,-2-3,-3-1,0 1,0 0,-1 0,0 0,-1 1,0 1,-12-4,18 6,0 0,-1 1,0 0,1 0,-1 0,0 0,1 1,-1 0,0 0,0 1,0-1,1 1,-1 0,1 1,-1-1,-1 2,1-1,1 1,-1 1,0-1,1 1,0-1,0 1,0 1,1-1,0 1,-2 2,-8 9,2 0,-7 12,-7 9,23-31,0-1,1 0,-1 1,2 0,-1-1,1 1,0 0,1 0,-1 0,1 0,1 3,0-5,0 0,0 1,1-1,0 0,0 0,0 0,0 1,1-1,0 0,0-1,1 1,-1 0,1 0,0-1,0 1,2 0,0 1,1 0,0-1,0 0,0 0,0 0,1-1,0 0,0 0,0 0,4 0,0 0,-1-1,1 0,0 0,1-1,-1 0,0-1,1 0,1 0,0 0,-1-1,1 0,0-1,-7 1,0-1,0 1,0-1,0 0,0 0,-1-1,1 1,4-4,24-14,-19 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05T13:57:53.39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 89,'0'15,"-1"-8,1-1,0 1,1 0,0 3,0-8,-1 0,1-1,0 1,-1 0,1 0,0-1,0 1,1 0,-1-1,0 1,1-1,-1 0,1 1,-1-1,1 0,0 0,0 1,1-1,4 2,1 0,-1 0,1 0,0-1,1 0,-1-1,0 1,1-1,1 0,18 0,1 0,2-2,-14 1,-10-1,0 1,0-1,0 0,0 0,-1-1,1 1,-1-1,1 0,5-3,-10 4,0 0,0 0,0 0,0 0,0 0,0 0,-1-1,1 1,0 0,-1-1,0 1,1-1,-1 1,0-1,0 0,0 1,0-1,0 0,0 0,-1 0,1 1,-1-1,0 0,1 0,-1 0,0 0,0 0,-1 0,1 1,-1-3,0 2,0 0,0 0,0 0,-1 0,1 0,-1 0,0 0,0 0,0 1,0-1,0 1,0-1,0 1,-1-1,1 1,-1 0,1 0,-1 0,0 0,1 0,-1 1,0-1,-1 0,-5 0,0-1,0 1,0 1,0-1,0 1,-8 1,12-1,0 1,1 0,-1 0,1 0,0 1,-1-1,1 1,0 0,0-1,0 2,1-1,-1 0,-10 8,1-1,-6 8,2-3,14-12,0 1,1-1,-1 1,1 0,0-1,0 1,0 0,0 0,-1 3,3-5,-1 0,1 0,0 0,0 0,-1 0,1 0,0 0,0 0,0 0,1 1,-1-1,0 0,1 0,-1 0,0 0,1 0,-1 0,1 0,0 0,0 0,-1 0,1 0,0 0,0-1,0 1,0 0,0 0,0-1,0 1,1 0,2 1,-1-1,2 1,-1-1,0 1,0-1,0 0,1 0,-1-1,1 1,3-1,10 1,0-1,3-1,-4 1,-13-1,1 1,-1 0,0-1,0 1,0-1,1 0,-1 0,0 0,0-1,-1 1,1-1,0 0,0 1,-2-1,1 0,-1 0,0 0,1 0,-1 0,0 0,-1 0,1-1,0 1,-1 0,1-1,-1 1,0-1,0 0,0 1,-1-1,1 0,1-13,0-1,-2 0,0 0,-3-16,2 31,1 1,-1-1,1 0,-1 0,0 1,0-1,0 0,0 1,0-1,0 0,0 1,-1-1,1 1,-1 0,1-1,-1 1,0 0,0 0,1 0,-1 0,0 0,0 0,-1 0,1 1,0-1,0 0,0 1,0-1,-1 1,1 0,-2 0,-2-1,0 1,0 0,0 0,1 1,-1-1,0 1,0 0,0 0,1 1,-1-1,1 1,-2 1,-7 3,1 1,0 0,0 0,0 2,2-1,-1 1,-8 9,13-10,1 0,0 1,1 0,0 0,0 0,1 1,-8 14,12-22,-1 0,0-1,0 1,1 0,-1-1,1 1,-1 0,1-1,0 1,0 0,0 0,0-1,0 1,1 0,-1 0,1-1,-1 1,1 0,0-1,0 1,0 0,0-1,0 1,0-1,1 0,-1 1,1-1,-1 0,1 1,-1-1,1 0,0 0,0 0,8 4,0-1,0 0,1 0,-1-1,1 0,1-1,-1 1,-6-1,0-1,0-1,-1 1,1 0,1-1,-1 0,0 0,0 0,0 0,0-1,0 1,4-2,-2 0,0 0,0-1,0 0,0 0,-1 0,0 0,1-1,0-1,5-3,-2 0,1-1,-2 0,1-1,-2 1,1-2,-2 1,0-1,0 1,-1-1,-1-1,2-5,-6 14,0-1,-1 0,1 1,-1-1,0 0,0 0,0 1,-1-1,0 0,0 1,0-1,0 1,-1-1,1 1,-1-1,0 1,-1 0,1 0,-1-1,1 1,-1 1,0-1,-1 0,-1 0,0-1,-1 0,0 0,-1 1,1 0,-1 0,1 0,-1 0,0 1,-1 0,1 1,0-1,-1 1,1 0,-6 0,0 0,0 1,0 0,1 1,-1 0,8 0,0 0,1 0,-1 0,1 0,0 1,-1-1,1 1,0 0,0 0,0 0,0 0,-1 2,-7 5,1 0,0 0,1 1,0 0,1 1,0 0,1 0,-1 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05T13:57:57.48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295 167,'-2'0,"-3"0,-1 0,1 0,-1 0,-3 2,8-2,0 0,0 0,0 0,0 1,1-1,-1 0,0 0,0 1,0-1,0 1,1-1,-1 0,0 1,1-1,-1 1,0 0,1-1,-1 1,1-1,-1 1,1 0,-1-1,1 1,-1 0,1-1,0 1,0 0,-1-1,1 2,0-2,0 1,0-1,0 1,0-1,1 1,-1-1,0 1,0-1,0 1,1-1,-1 1,0-1,0 0,1 1,-1-1,0 1,1-1,-1 0,1 1,-1-1,1 0,-1 0,1 1,-1-1,1 0,-1 0,1 1,-1-1,1 0,0 0,-1 0,1 0,-1 0,1 0,0 1,0-1,1 0,-1 0,0 0,0 0,0 0,0 0,0-1,0 1,0 0,0 0,0-1,0 1,0 0,0-1,-1 1,1-1,0 1,0-1,1 0,0-2,0 0,1 0,-1 0,-1 0,1-1,0 1,-1 0,0-1,0 0,-1 1,1-1,-1 0,1-10,0 1,-2-9,1 20,0-1,-1 1,1-1,-1 1,0-1,0 1,0-1,0 1,0 0,-1-1,1 1,-1 0,0 0,0 0,0 0,0 0,-2-1,2 2,0 0,-1-1,1 1,0 0,-1 0,1 1,-1-1,1 0,-1 1,0-1,1 1,-1 0,0 0,1 0,-1 0,0 0,1 0,-1 0,0 1,1-1,-1 1,-3 0,0 1,0 0,1 0,-1 0,1 1,0 0,0-1,0 1,-4 4,-7 5,1 1,-1 1,12-10,0 0,1 0,0 1,0-1,0 1,0 0,1-1,0 1,-1 3,2-4,0 0,1 0,-1 0,1-1,0 1,0 0,0 0,0 0,1 0,0-1,0 1,0 0,1 0,-1-3,0 0,0 1,0-1,1 1,-1-1,0 0,1 0,-1 0,1 0,-1 0,1 0,0 0,0 0,0 0,-1 0,1-1,0 1,0-1,0 1,0-1,1 1,7 0,-1 0,1-1,-1 0,2 0,-3 0,0 0,35 0,24-3,-64 3,0-1,0 1,0-1,0 0,0 1,0-1,-1 0,1-1,0 1,-1 0,1 0,-1-1,0 1,1-1,-1 0,0 0,0 1,0-1,-1 0,1 0,0 0,-1-1,0 1,0 0,0 0,0-1,0 1,0 0,-1-1,1-2,0 0,0-1,-1 1,1 0,-2-1,1 1,-1 0,0 0,-1-1,1 1,-1 0,-2-4,1 4,-1-1,1 0,-1 1,-1-1,1 1,-1 0,-3-2,5 4,-1 1,1 0,-1-1,1 1,-1 0,0 1,0-1,0 1,0-1,-1 1,1 0,0 0,-1 0,1 1,-22-2,1 1,-1 1,0 0,-21 4,42-3,0 0,0 0,0 0,0 0,1 1,-1-1,1 1,-1 0,1 0,0 1,0-1,0 1,0-1,1 1,-1 0,1 0,0 0,-2 3,2-2,0 0,0 0,1 0,0 0,0 0,0 0,0 1,1-1,0 1,0-1,1 0,-1 1,1-1,0 1,1-1,0 4,0-5,0 0,0 0,0 0,1 0,-1-1,1 1,0 0,0-1,0 1,0-1,1 1,-1-1,1 0,0 0,-1 0,3 1,1 0,-1 0,1-1,-1 0,1 0,0 0,0 0,4 0,10 1,-1 0,1-1,-1-1,1-1,6 0,-21 0,0 0,0 0,0-1,0 1,-1-1,1 0,0 0,-1 0,1-1,-1 1,1-1,-1 0,0 0,0 0,0 0,0 0,0-1,-1 0,1 1,-1-1,1-1,18-19,-8 10,-1-1,-1 0,9-14,-19 24,1 0,-1-1,0 1,0 0,-1-1,1 1,-1-1,0 1,-1-1,0 0,0 1,0-1,0 1,-1-1,0 1,-1-4,1 6,0 0,1 1,-1-1,0 1,0-1,0 0,-1 1,1 0,0-1,-1 1,1-1,-1 1,1 0,-1 0,0 0,0 0,0 0,1 0,-1 0,0 0,-1 1,1-1,-1 1,0-1,0 1,1 0,-1-1,0 1,0 0,0 1,1-1,-1 0,0 1,0-1,0 1,1 0,-1-1,1 1,-1 0,0 1,-16 8,1 0,1 1,0 1,1 0,1 1,0 0,-10 13,19-20,0 1,0 0,1 0,0 1,1-1,0 1,1 0,-1 0,2 0,0 0,0 0,0 0,2 1,-1-1,1 0,1 7,0-13,-1-1,0 1,1-1,0 1,-1 0,1-1,0 1,0-1,0 1,0-1,0 1,1-1,-1 0,0 1,1-1,0 0,-1 0,1 0,0 0,-1 0,1 0,0 0,0-1,0 1,0 0,0-1,0 1,0-1,2 0,6 2,1-1,0-1,0 0,0 0,5-1,-1 0,-9 1,0 0,0-1,0 1,-1-1,1 0,0-1,-1 1,1-1,-1 0,0 0,0 0,1-1,-3 1,0 0,0 0,0 0,-1 0,1-1,-1 1,1-1,-1 1,0-1,0 0,-1 0,1 0,-1 0,1 0,-1 0,0 0,-1 0,1-1,0 0,-1 0,1-1,-1 1,0 0,0-1,-1 1,0 0,0-1,0 1,-1 0,1 0,-1 0,0 0,-1 0,1 0,-1 0,0 1,-3-3,-22-25,-32-27,56 55,1 1,-1 0,0-1,0 1,0 1,0-1,0 0,-1 1,1 0,-1-1,1 2,-1-1,1 0,-1 1,1-1,-1 1,0 0,-3 1,5-1,-1 0,1 0,-1 1,1-1,0 1,-1 0,1 0,0 0,-1 0,1 0,0 1,0-1,0 1,1-1,-1 1,0 0,1 0,-1 0,1 0,0 0,0 1,0-1,0 0,0 2,-2 4,2 1,0-1,0 0,0 1,2-1,-1 1,1 0,1-1,0 1,0-1,3 6,-3-11,0 0,0 0,0 1,1-1,0 0,-1 0,2-1,-1 1,0 0,1 0,-1-1,1 1,0-1,1 1,0 0,1-1,-1 1,1-1,0 0,0 0,0-1,0 1,0-1,6 1,5 1,0-2,1 0,-1-1,0 0,1 0,12-3,-25 3,0-1,0 0,0 1,0-1,-1 0,1 0,0-1,0 1,-1-1,1 1,-1-1,0 0,0 0,0 0,0 0,0-1,2-1,-2 0,0 1,-1-1,1 0,-1 0,0 0,-1 0,1 0,-1 0,0 0,0 0,0 0,-1 0,0-2,0-11,0 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05T13:58:00.45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259 53,'0'7,"-1"0,-1 0,1 0,-4 5,-2 14,6-20,-4 34,4-35,1-1,0 0,1 0,-1 1,1-1,0 0,1 0,-1 0,0-2,0-1,0 0,0 1,0-1,0 0,0 0,0 0,0 0,1 0,-1 0,1 0,-1 0,1 0,-1 0,1-1,0 1,-1-1,1 1,0-1,-1 1,1-1,0 0,0 1,0-1,0 0,-1 0,1 0,0 0,0 0,0-1,0 1,-1 0,1-1,0 1,0-1,-1 1,1-1,0 0,-1 0,2 0,-3 1,1-1,-1 1,1 0,-1-1,0 1,1 0,-1-1,0 1,1-1,-1 1,0 0,1-1,-1 1,0-1,0 1,0-1,0 1,0 0,0-1,1 1,-1-1,0 1,-1-1,1 1,0-1,0 1,0-1,-1 0,1 1,-1-1,1 0,-1 1,0-1,1 1,-1-1,0 1,0-1,0 1,0-1,1 1,-1-1,-1 1,-4-2,1 1,0 0,-1-1,1 2,-3-1,3 0,-1 1,1 0,-1 0,1 0,0 1,-1 0,1 0,0 0,0 0,0 0,0 1,0 0,0 0,0 0,0 0,1 0,0 1,-1 0,0 1,-5 4,2 0,-1 0,2 0,-1 1,1 0,1 0,-2 5,2-5,3-6,1 0,0 0,0 0,1 0,-1 1,0 2,2-6,0 1,0 0,-1-1,1 1,1 0,-1-1,0 1,0 0,0-1,0 1,0-1,1 1,-1 0,0-1,1 1,-1-1,0 1,1-1,-1 1,1-1,-1 1,1-1,0 1,-1-1,1 1,0-1,-1 0,1 1,0-1,-1 0,1 1,0-1,0 0,-1 0,1 0,0 0,1 1,5 0,0 0,1-1,-1 1,0-1,1 0,-1-1,1 1,-1-1,0-1,0 1,1-1,-1 0,0 0,-1 0,1-1,-1 0,1 0,-1 0,0-1,0 1,-1-1,1 0,0-2,-3 3,0 0,-1 0,1 0,-1-1,0 1,0 0,-1-1,1 1,-1-1,0 1,0-1,0 0,-1 1,1-1,-1 0,-1 1,1-1,0 0,-1 0,0 1,0-1,-1 1,1-1,-1 1,0-1,0 0,-4-4,1 0,-1 1,-1-1,1 1,-2 0,1 0,-1 0,-1 1,1 0,-2 0,-1 0,-1-1,1 2,-2-1,1 1,-5-1,13 5,-1 0,1 0,-1 0,1 0,-1 0,0 1,1-1,-1 1,0 0,1 0,-1 0,0 1,1 0,-1-1,1 1,-1 0,-2 1,5-1,0 1,0-1,0 0,0 0,0 1,0-1,1 1,-1-1,0 1,1-1,0 1,-1 0,1 0,0-1,0 1,0 0,1 0,-1 0,1 0,-1 0,1 1,-2 7,2-1,-1 1,2 0,-1 0,1 1,-1-6,1-1,-1 0,1 0,0 1,0-1,0 0,1 0,0 0,0 0,0 0,1-1,0 1,0 0,0-1,0 0,1 1,-1-1,1 0,0 0,0-1,0 1,1-1,-1 1,1-1,0 0,0-1,0 1,1 0,11 1,0 0,1 0,0-1,-1-1,1 0,0-1,0-1,15-2,-24 2,0-1,0 0,-1 0,1-1,-1 0,1 0,-1-1,-1 1,1-1,0-1,-1 1,0-1,-1 0,1-1,-1 1,2-3,-6 5,0-1,0 1,0-1,0 0,0 1,-1-1,0 0,0 0,0 0,-1-2,1-9,-1 1,0-4,-1 0,1 12,-1 0,1 0,-1 0,0 0,-1 1,0-1,0 0,-2-2,2 5,1 0,-1 0,-1 1,1-1,0 1,-1 0,0 0,0-1,1 1,-1 0,-1 1,1-1,0 0,-1 1,1 0,-1-1,0 1,-16-5,0 0,0 1,-21-2,35 6,-1 0,1 1,0-1,-1 1,1 1,-1-1,1 1,-1 0,1 0,0 0,0 1,-1-1,1 1,1 1,-3 0,0 0,1 1,-1 1,1-1,0 1,1 0,-1 0,1 0,0 1,1 0,0 0,0 0,-3 6,2-3,0 1,1 0,1 0,0 1,1-1,0 1,1-1,0 1,1 0,1 0,0-1,1 2,-1-9,1 1,0-1,-1 0,1 0,1 0,-1-1,0 1,1 0,0 0,0 0,0-1,0 1,0-1,1 1,-1-1,1 0,0 0,2 2,0-2,0 0,-1 0,1 0,0 0,0-1,0 1,1-1,-1 0,0 0,1-1,-1 1,6-1,7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05T13:58:05.92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236 209,'-9'-1,"-32"3,38-2,0 1,0-1,0 1,0 0,0 0,0-1,0 2,0-1,1 0,-1 0,-1 2,4-3,-1 0,1 0,-1 1,1-1,-1 0,1 1,-1-1,1 1,-1-1,1 1,0-1,0 0,-1 1,1-1,0 1,0-1,-1 1,1-1,0 1,0-1,0 1,0-1,0 1,0-1,0 1,0 0,1 0,-1-1,1 1,-1 0,1 0,-1-1,1 1,0 0,-1 0,1-1,0 1,0-1,0 1,0-1,0 1,3 1,1 0,-1 0,0 0,1-1,0 0,2 1,18 1,0-1,0 0,1-2,-1 0,1-2,29 1,-33 1,24 1,-43-2,0 1,0 0,-1 0,1-1,-1 0,1 1,0-1,-1 0,1 0,-1 0,0 0,1 0,-1 0,0-1,-1 2,0-1,0 0,-1 0,1 1,0-1,0 0,-1 0,1 1,-1-1,1 0,-1 0,0 0,1 0,-1 0,0 0,0 0,0 1,1-1,-1 0,0 0,-1 0,1 0,0 0,0 0,0 0,-1 0,1 0,-1 1,1-1,-1 0,1 0,-1 0,1 0,-1 1,0-1,0 0,0 0,-2-1,1 0,-1 0,0 0,0 0,0 1,0-1,-1 0,1 1,0 0,-1 0,-1-1,-69-12,34 7,-2-2,38 8,0 1,1-1,-1 1,0 0,0-1,0 2,0-1,1 0,-1 1,0-1,0 1,1 0,-1 0,0 0,1 0,-1 0,1 1,0 0,-10 4,1 1,1 0,0 0,-2 2,8-4,0 0,1 0,-1 0,1 0,1 1,-1-1,1 1,0 0,1 0,0 0,0 0,0 0,1 0,0 0,1 0,0 1,0-5,0-1,0 1,0-1,0 1,1-1,-1 1,1-1,0 1,-1-1,1 1,0-1,0 0,0 1,0-1,0 0,0 0,1 1,-1-1,0 0,1 0,-1 0,1 0,0-1,-1 1,1 0,0 0,-1-1,1 1,0-1,0 1,0-1,0 0,0 1,9 0,-1 0,1-1,0 1,0-2,6 0,-2 1,-3-1,6 1,0 0,0-2,-1 1,1-2,-1 0,0-1,4-1,-16 3,0 0,0 0,-1 0,1 0,-1-1,0 1,0-1,0 0,-1 0,1 0,-1-1,0 1,0-1,0 1,0-1,-1 0,0 0,0 0,0 0,-1 0,1 0,-1-1,2-12,0 1,-2-1,0 1,-2-1,0 0,0-14,1 22,-1 0,0 0,0 1,-1-1,-1 0,0 1,0 0,-1-1,0 1,-2-1,4 6,0 2,0-1,0 0,0 0,0 0,0 1,-1-1,1 1,-1 0,1-1,-1 1,0 0,1 0,-1 0,0 0,0 1,0-1,0 1,-3-1,-8 0,1 1,-1-1,-13 3,7-1,1-1,4 0,0 0,0 1,0 1,0 0,-13 3,24-4,0 0,1 1,-1-1,0 1,0 0,1-1,-1 1,1 1,0-1,0 0,0 1,0-1,0 1,1 0,-1-1,1 1,0 0,0 0,0 0,1 1,-1-1,1 0,0 1,-3 12,2 0,0 0,1 1,1-1,3 11,-2 4,-1-27,0 0,1 0,0 0,-1 0,2 0,-1 0,1 1,-1-3,1 0,-1 0,1 0,-1 0,1 0,0 0,0-1,0 1,0-1,0 1,0-1,1 1,1 0,5 2,-1 0,1-1,1 0,-1 0,0-1,1 1,0-2,-1 1,1-1,8 0,-13-1,1 0,-1 0,0 0,1-1,-1 0,0 1,0-2,0 1,1 0,-2-1,1 0,0 0,0 0,-1 0,1 0,-1-1,0 0,0 0,0 0,1-2,7-7,0-1,-2 0,4-6,-10 13,-1 1,0-1,0 0,0-1,-1 1,0 0,-1 0,0-1,0-2,-1 8,0-1,0 1,0 0,0-1,0 1,-1 0,1-1,-1 1,1 0,-1 0,0 0,0-1,1 1,-1 0,0 0,0 0,0 0,0 0,-1 0,1 0,0 0,-2 0,1 0,-1 0,0-1,1 2,-1-1,0 0,0 0,0 1,1-1,-1 1,-2 0,-2-1,1 1,0 0,-1 1,1-1,0 1,0 0,0 0,0 0,0 1,0 0,-2 1,-1 1,-1 2,1-1,-2 3,4-3,0-1,-1 1,1-1,-1 0,-6 2,1-2,6-1,0-1,1 0,-2 0,1 0,0-1,-3 1,8-2,0 0,1 0,-1 0,0 0,0 0,0 0,1-1,-1 1,0 0,0-1,1 1,-1-1,0 0,1 1,-1-1,0 0,1 0,0 0,-1 0,1 0,0 0,-1 0,1 0,0 0,0 0,0-1,0 0,-2-3,1 0,-1 1,2-1,-1-1,1 1,0 0,0 0,0 0,1-4,0 3,0 1,-1-1,0 0,-1 0,1 1,-3-4,4 8,0 1,0-1,0 1,-1 0,1-1,0 1,-1-1,1 1,0 0,-1-1,1 1,-1 0,1-1,-1 1,1 0,-1 0,1-1,-1 1,1 0,-1 0,1 0,-1-1,1 1,-1 0,0 0,1 0,-1 0,1 0,-1 0,0 0,1 0,-1 0,1 0,-1 0,0 0,1 0,-1 1,1-1,-1 0,1 0,-1 0,1 1,-1-1,1 0,-1 1,1-1,-1 0,1 1,-1-1,-3 3,1 0,-1 0,1 0,0 0,-2 1,-2 5,0 0,0 0,1 1,0-1,1 1,1 0,0 0,0 3,2-8,1-1,0 1,1-1,0 0,-1 1,2-1,-1 1,1-1,0 1,0-1,0 0,1 1,-1-1,1 0,1 0,-1 0,1 0,0 0,0-1,3 4,4 1,0 0,0 0,1-1,0 0,0-1,1 0,0 0,3 0,-5-2,0-1,0 0,0-1,0 1,1-2,-1 1,1-1,0-1,-1 1,1-1,1-1,-7 1,1-1,-1 0,1 0,-1 0,0 0,0-1,1 1,-1-1,0 0,-1-1,1 1,2-2,-1 0,0-1,0 1,-1-1,0 0,0 0,-1 0,0 0,2-4,0 1,13-24,-14 20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05T13:58:15.60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0 242,'8'0,"0"1,0 0,-1 0,1 0,0 1,-1-1,4 3,11 3,16 9,-26-10,0-1,1-1,-1 1,1-1,0-1,0 0,9 1,-7-3,0 0,0 0,0-2,2 1,-12-1,-1 1,0 0,0-1,0 0,1 0,-1 0,0 0,-1-1,1 1,0-1,0 0,-1 0,1 0,-1 0,0 0,3-3,10-11,-1 0,5-9,-14 16,0 0,-1-1,-1 1,0-1,0 0,1-9,-4 18,-1-1,0 0,1 1,-1-1,0 0,0 1,0-1,0 1,0-1,-1 0,1 1,-1-1,1 0,-1 1,0-1,1 1,-1-1,0 1,0 0,-1-1,1 1,0 0,0-1,-1 1,1 0,-1 0,1 0,-1 0,0 0,0 0,1 0,-1 1,0-1,0 0,0 1,0-1,0 1,-1 0,-17-5,0 0,0 2,-12-1,23 3,1 0,-1 1,0 0,1 1,-1 0,1 0,-1 0,1 0,-8 3,11-2,0 1,1-1,-1 0,1 1,0 0,0 0,0 0,1 0,-1 0,1 1,0-1,0 1,0 0,0 1,0-1,0 0,0 0,-1 0,1 0,-1 0,0-1,-1 1,1-1,-1 0,-4 2,8-4,0-1,0 1,-1-1,1 1,0-1,-1 1,1-1,-1 0,1 0,0 1,-1-1,1 0,-1 0,1 0,-1 0,1 0,0-1,-1 1,1 0,-1 0,1-1,0 1,-1-1,0 0,0 0,1 0,-1 0,0-1,0 1,1 0,-1-1,1 1,0-1,-1 1,1-1,0 0,0 0,-3-6,0-1,1 1,1 0,0-1,-1-7,2 11,0 0,1 0,0 0,0 0,1 0,-1 0,2 0,-1 0,0 1,3-5,-3 7,1-1,0 0,0 0,0 1,1-1,-1 1,1 0,-1-1,1 1,0 0,0 0,1 1,-1-1,0 0,1 1,-1-1,4 0,2 0,-1 0,2 0,-1 0,0 1,0 0,9 0,15 1,10 2,4 0,17-3,-21 1,20 2,-62-2,1 0,0 0,-1 0,1 0,0 0,0 1,-1-1,1 1,-1-1,1 1,0-1,-1 1,1 0,-1-1,0 1,1 0,-1 0,0 0,0 0,1 0,-1 0,0 0,0 1,0-1,-1 0,1 0,0 0,-1 1,1-1,-1 0,1 1,-1-1,1 3,-1-1,0 0,-1 1,1-1,-1 0,1 1,-1-1,0 0,-1 0,1 0,-1 0,0 0,0 0,-10 17,7-10,-2 0,1-1,-3 3,-3 3,9-11,0 0,-1 0,1 0,-1-1,0 1,0-1,-4 3,-1-1,3 0,0-2,0 1,0 0,-1-1,0 0,0 0,0-1,0 0,0 0,-1 0,-4 1,1-3,1 1,-1-1,1-1,-1 0,1 0,0 0,-1-1,1-1,0 1,1-1,-1 0,0-1,-6-3,10 3,0 0,1 0,-1-1,1 0,0 1,0-1,1-1,0 1,0-1,0 1,0-4,-11-13,14 20,0 1,0-1,0 1,0 0,0-1,0 1,-1 0,1 0,-1 0,1 0,-1 0,0 0,1 0,-1 0,0 0,0 1,0-1,0 0,1 1,-1 0,0-1,0 1,0 0,0 0,0 0,0 0,-1 0,1 0,0 1,-1-1,1 1,0-1,0 1,0 0,0 0,0 0,0 0,0 0,0 1,0-1,0 0,1 1,-1-1,1 1,-1-1,1 1,0-1,0 1,0 0,-1 1,0 1,1-1,0 1,0-1,0 1,0 0,0 0,1-1,0 1,0 0,0 0,1-1,0 1,0 0,0-1,0 1,1-1,-1 1,1-1,0 1,0-1,1 0,-1 0,1 0,1 1,0 0,1 1,1-1,-1 0,1 0,0-1,0 1,0-1,0 0,1-1,0 1,0-1,0 0,0 0,0-1,2 1,36 5,-23-3,1 0,0-2,13 1,-22-3,0 0,0-1,0 0,13-2,-22 2,-1 0,1-1,0 1,-1-1,1 0,-1 1,0-2,0 1,0 0,0-1,0 1,0-1,-1 0,0 0,3-2,-1-1,0 0,0-1,-1 1,0-1,0 0,-1 0,0 0,1-5,-1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05T13:58:23.38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67 122,'2'0,"0"0,0 0,0 0,1 1,-1-1,0 1,0-1,0 1,0 0,0 0,0-1,0 1,0 0,0 0,-1 1,1-1,0 0,-1 0,1 1,4 4,-1 0,0 1,-1-1,2 3,11 14,26 20,-27-28,-1 1,11 14,-24-27,0-1,1 0,-1 0,1 0,-1 0,1 0,0 0,0 0,0-1,0 1,0-1,0 0,0 0,1 0,-1 0,0 0,1 0,-1-1,3 1,5 0,0-1,0 1,1-2,-1 1,7-2,-10 1,0 0,0-1,0 0,0 0,0-1,-1 0,1 0,-1 0,0-1,0 1,0-2,5-3,-8 5,1-1,-1 1,0-1,-1 0,1 0,-1 0,0 0,0 0,0-1,-1 1,0-1,0 1,0-1,-1 0,0 1,0-1,-1 0,1 0,-1 4,0-1,-1 1,1-1,0 1,-1-1,1 1,-1-1,0 1,1-1,-1 1,0 0,0-1,0 1,-1 0,1 0,0-1,-1 0,-1 0,-1 0,1 1,0-1,-1 0,1 1,-1-1,1 1,-4-1,-6 0,0-1,0 1,0 1,-11-1,15 2,-51-2,54 3,-1-1,0 1,1 0,-1 0,1 0,-1 1,-3 1,7-2,1 0,0 0,0 1,0-1,0 0,0 1,0-1,-1 2,3-3,-1 1,1-1,-1 0,1 1,0-1,-1 1,1-1,-1 1,1-1,0 1,0-1,-1 1,1-1,0 1,0-1,0 1,0-1,0 1,0-1,0 1,0-1,0 1,0-1,0 1,0 0,0-1,1 1,-1-1,0 1,0-1,1 1,-1-1,0 0,1 1,0 0,-1-1,1 0,-1 0,1 0,-1 1,1-1,0 0,-1 0,1 0,-1 0,1 0,0 0,-1 0,1 0,0 0,-1 0,1 0,-1 0,1 0,0 0,-1 0,1-1,-1 1,1 0,16-7,-13 5,0 0,38-19,-40 19,1 0,0 1,-1-1,1 0,-1 0,0 0,0-1,0 1,0 0,0 0,-1-1,2-1,-3 3,1 0,-1 0,0 0,0 0,0-1,1 1,-1 0,-1 0,1 0,0 0,0 0,0 0,-1 0,1 0,-1 0,1 0,-1 0,1 0,-1 1,0-1,0-1,0 1,-1-1,0 1,0 0,0-1,0 1,-1 0,1 0,0 0,-1 0,-1-1,-4 0,0 0,-1 0,0 1,1-1,-1 2,-1-1,1 0,0 1,0 0,0 1,0-1,0 1,-3 1,9-1,1-1,-1 1,1-1,0 1,-1 0,1 0,0 0,0 0,0 0,0 1,0-1,0 0,0 1,1-1,-1 1,1-1,-1 1,1 0,0-1,-1 1,1 0,0 0,1 0,-1 0,0 0,-1 9,0 0,1 0,1 1,0-1,1 0,0 0,1 1,1-1,0 0,1 0,1-1,3 8,-5-14,-1 1,1-1,1 0,-1 0,1 0,-1-1,2 1,-1-1,0 1,1-1,0 0,-1 0,2-1,-1 1,0-1,1 0,2 1,2 0,-1-1,1 0,0-1,0 1,0-1,0-1,0 0,0 0,1 0,0-1,-7 0,1 1,-1-1,0 0,0 0,0 0,1-1,-1 1,-1-1,1 1,0-1,0 0,-1 0,0-1,1 1,-1 0,0-1,0 0,2-2,-4 3,1-1,0 1,-1 0,0-1,0 1,1-1,-2 0,1 1,0-1,-1 0,0 1,1-1,-1 0,-1 1,1-1,0 0,-1 1,0-1,1 0,-2 1,1-1,0 1,0-1,-2 0,0-1,0 0,0 0,-1 1,0-1,0 1,0 0,-1 0,1 0,-1 0,0 0,0 1,0 0,0 0,-1 0,1 0,-1 0,1 1,-1 0,0 0,-1 0,-5 0,0 0,-1 1,1 0,0 0,0 1,-1 0,1 1,0 0,-2 1,10-2,0 1,1-1,-1 1,0-1,1 1,-3 1,5-2,0-1,0 1,0 0,1-1,-1 1,0 0,0 0,1-1,-1 1,1 0,-1 0,1 0,0-1,-1 0,1 1,0-1,0 0,0 1,0-1,0 1,0-1,0 0,0 1,1-1,-1 0,0 1,0-1,0 0,0 1,1-1,-1 0,0 1,0-1,1 0,-1 1,0-1,1 0,-1 0,0 1,1-1,-1 0,2 1,-1 0,1-1,-1 1,1-1,-1 0,1 1,0-1,-1 0,1 0,-1 0,1 0,0 0,-1 0,1 0,0 0,-1 0,1-1,-1 1,1 0,0-1,2 0,0 0,1-1,-1 1,0-1,0 0,2-1,-5 2,0 1,0-1,0 1,-1-1,1 0,0 1,0-1,-1 0,1 0,0 1,-1-1,1 0,-1 0,0 1,0 0,0 0,0-1,0 1,0 0,0 0,0 0,0-1,0 1,0 0,0 0,0 0,0-1,0 1,0 0,0 0,0 0,-1 0,1 0,0-1,0 1,0 0,0 0,-1 0,1 0,0 0,0 0,0-1,-1 1,1 0,0 0,0 0,0 0,-1 0,-1 0,0-1,0 1,0 0,0 0,0 0,0 0,0 0,0 0,-1 1,1-1,0 0,-1 1,-1 0,0 0,1 1,-1-1,0 1,1 0,-1 0,1 0,0 0,0 0,0 0,0 1,-4 3,1 1,0 0,-3 4,-14 17,21-26,1 0,-1-1,0 1,-1-1,1 1,0-1,0 0,-1 1,1-1,-1 0,1 0,-1 0,0-1,0 1,1 0,-1-1,-2 1,3-1,-1 0,1 0,0 0,-1-1,1 1,0 0,-1-1,1 1,0-1,0 0,-1 0,1 1,0-1,0 0,0-1,0 1,0 0,1 0,-1-1,0 1,0-1,-5-5,1 0,-1 0,1-1,1 1,0-1,0 0,1-1,0 1,1-1,0 1,1-1,0 0,1 1,0-1,1-6,0 6,0 0,1-1,1 1,0 0,1 0,0 0,0 0,1 0,1 0,0 1,1-1,-4 7,0-1,0 1,0 0,0 0,1 0,-1 1,1-1,-1 0,1 1,0-1,0 1,0 0,0-1,3 1,7-3,0 1,0 0,2 1,-8 1,24-3,0 2,-1 1,1 0,14 3,15-1,-41-1,-12-1,1 1,-1 0,1 1,-1-1,0 1,4 1,-9-2,0 1,-1-1,1 1,0 0,0 0,-1-1,1 1,0 0,-1 0,1 0,-1 0,0 1,1-1,-1 0,0 0,0 1,0-1,0 1,0-1,0 0,0 1,-1-1,1 1,-1 0,1-1,-1 1,2 15,0-1,-2 1,0 0,-3 9,0 18,3-37,-1 0,0 0,0 0,-1 0,-1-1,1 1,-1 0,-1-1,1 1,-1-1,-1 0,0 1,2-3,-1 0,0-1,0 1,0-1,0 1,-1-1,1 0,-1 0,0-1,0 1,-1-1,1 0,0 0,-1 0,0-1,1 1,-1-1,0 0,-14 0,1 0,0-1,-1 0,-2-2,27 2,0-1,0 0,0 0,0 0,0 0,0 0,-1-1,3-1,51-20,-41 16,-6 2,0 0,-1-1,1 0,-2 0,1-1,-1 0,0 0,0-2,0-2,-3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 b="1" dirty="0">
                <a:solidFill>
                  <a:srgbClr val="000000"/>
                </a:solidFill>
              </a:rPr>
              <a:t>Acute: </a:t>
            </a:r>
            <a:r>
              <a:rPr lang="en-US" sz="1500" dirty="0">
                <a:solidFill>
                  <a:srgbClr val="000000"/>
                </a:solidFill>
              </a:rPr>
              <a:t>1</a:t>
            </a:r>
            <a:r>
              <a:rPr lang="en-US" sz="1500" b="1" dirty="0">
                <a:solidFill>
                  <a:srgbClr val="000000"/>
                </a:solidFill>
              </a:rPr>
              <a:t>Acute: </a:t>
            </a:r>
            <a:r>
              <a:rPr lang="en-US" sz="1500" dirty="0">
                <a:solidFill>
                  <a:srgbClr val="000000"/>
                </a:solidFill>
              </a:rPr>
              <a:t>1 day - 1 week old, </a:t>
            </a:r>
            <a:r>
              <a:rPr lang="en-US" sz="1500" b="1" dirty="0">
                <a:solidFill>
                  <a:srgbClr val="000000"/>
                </a:solidFill>
              </a:rPr>
              <a:t>Infarct:</a:t>
            </a:r>
            <a:r>
              <a:rPr lang="en-US" sz="1500" dirty="0">
                <a:solidFill>
                  <a:srgbClr val="000000"/>
                </a:solidFill>
              </a:rPr>
              <a:t> dead tissue</a:t>
            </a:r>
            <a:endParaRPr sz="1500" dirty="0">
              <a:solidFill>
                <a:srgbClr val="000000"/>
              </a:solidFill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Dataset </a:t>
            </a:r>
            <a:r>
              <a:rPr lang="en-US" sz="900" b="1" dirty="0" err="1">
                <a:solidFill>
                  <a:srgbClr val="000000"/>
                </a:solidFill>
              </a:rPr>
              <a:t>organising</a:t>
            </a:r>
            <a:r>
              <a:rPr lang="en-US" sz="900" b="1" dirty="0">
                <a:solidFill>
                  <a:srgbClr val="000000"/>
                </a:solidFill>
              </a:rPr>
              <a:t> </a:t>
            </a:r>
            <a:r>
              <a:rPr lang="en-US" sz="900" dirty="0">
                <a:solidFill>
                  <a:srgbClr val="000000"/>
                </a:solidFill>
              </a:rPr>
              <a:t>- infarct location basis </a:t>
            </a:r>
            <a:endParaRPr sz="900" dirty="0">
              <a:solidFill>
                <a:srgbClr val="000000"/>
              </a:solidFill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Data Pre-processing - c</a:t>
            </a:r>
            <a:r>
              <a:rPr lang="en-US" sz="900" b="1" dirty="0">
                <a:solidFill>
                  <a:srgbClr val="000000"/>
                </a:solidFill>
              </a:rPr>
              <a:t>ropping, resizing</a:t>
            </a:r>
            <a:r>
              <a:rPr lang="en-US" sz="900" dirty="0">
                <a:solidFill>
                  <a:srgbClr val="000000"/>
                </a:solidFill>
              </a:rPr>
              <a:t>, </a:t>
            </a:r>
            <a:r>
              <a:rPr lang="en-US" sz="900" dirty="0" err="1">
                <a:solidFill>
                  <a:srgbClr val="000000"/>
                </a:solidFill>
              </a:rPr>
              <a:t>etc</a:t>
            </a:r>
            <a:r>
              <a:rPr lang="en-US" sz="900" dirty="0">
                <a:solidFill>
                  <a:srgbClr val="000000"/>
                </a:solidFill>
              </a:rPr>
              <a:t> and Data </a:t>
            </a:r>
            <a:r>
              <a:rPr lang="en-US" sz="900" b="1" dirty="0">
                <a:solidFill>
                  <a:srgbClr val="000000"/>
                </a:solidFill>
              </a:rPr>
              <a:t>augmenting </a:t>
            </a:r>
            <a:endParaRPr sz="900" b="1" dirty="0">
              <a:solidFill>
                <a:srgbClr val="000000"/>
              </a:solidFill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Only </a:t>
            </a:r>
            <a:r>
              <a:rPr lang="en-US" sz="900" b="1" dirty="0">
                <a:solidFill>
                  <a:srgbClr val="000000"/>
                </a:solidFill>
              </a:rPr>
              <a:t>‘DWI’</a:t>
            </a:r>
            <a:r>
              <a:rPr lang="en-US" sz="900" dirty="0">
                <a:solidFill>
                  <a:srgbClr val="000000"/>
                </a:solidFill>
              </a:rPr>
              <a:t> images used for </a:t>
            </a:r>
            <a:r>
              <a:rPr lang="en-US" sz="900" b="1" dirty="0">
                <a:solidFill>
                  <a:srgbClr val="000000"/>
                </a:solidFill>
              </a:rPr>
              <a:t>training</a:t>
            </a:r>
            <a:r>
              <a:rPr lang="en-US" sz="900" dirty="0">
                <a:solidFill>
                  <a:srgbClr val="000000"/>
                </a:solidFill>
              </a:rPr>
              <a:t> and testing the model</a:t>
            </a:r>
            <a:endParaRPr sz="900" dirty="0">
              <a:solidFill>
                <a:srgbClr val="000000"/>
              </a:solidFill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Cases with the </a:t>
            </a:r>
            <a:r>
              <a:rPr lang="en-US" sz="900" b="1" dirty="0">
                <a:solidFill>
                  <a:srgbClr val="000000"/>
                </a:solidFill>
              </a:rPr>
              <a:t>same infarct location</a:t>
            </a:r>
            <a:r>
              <a:rPr lang="en-US" sz="900" dirty="0">
                <a:solidFill>
                  <a:srgbClr val="000000"/>
                </a:solidFill>
              </a:rPr>
              <a:t> are used for the </a:t>
            </a:r>
            <a:r>
              <a:rPr lang="en-US" sz="900" b="1" dirty="0">
                <a:solidFill>
                  <a:srgbClr val="000000"/>
                </a:solidFill>
              </a:rPr>
              <a:t>test</a:t>
            </a:r>
            <a:r>
              <a:rPr lang="en-US" sz="900" dirty="0">
                <a:solidFill>
                  <a:srgbClr val="000000"/>
                </a:solidFill>
              </a:rPr>
              <a:t> set</a:t>
            </a:r>
            <a:endParaRPr sz="900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000000"/>
                </a:solidFill>
              </a:rPr>
              <a:t>Test the model on the inference set.</a:t>
            </a:r>
            <a:r>
              <a:rPr lang="en-US" sz="800" dirty="0">
                <a:solidFill>
                  <a:srgbClr val="000000"/>
                </a:solidFill>
              </a:rPr>
              <a:t> deprived of blood (oxygen) supply  day - 1 week old, </a:t>
            </a:r>
            <a:r>
              <a:rPr lang="en-US" sz="800" b="1" dirty="0">
                <a:solidFill>
                  <a:srgbClr val="000000"/>
                </a:solidFill>
              </a:rPr>
              <a:t>Infarct:</a:t>
            </a:r>
            <a:r>
              <a:rPr lang="en-US" sz="800" dirty="0">
                <a:solidFill>
                  <a:srgbClr val="000000"/>
                </a:solidFill>
              </a:rPr>
              <a:t> dead tissue deprived of blood (oxygen) supply </a:t>
            </a:r>
            <a:endParaRPr sz="100" dirty="0">
              <a:solidFill>
                <a:srgbClr val="000000"/>
              </a:solidFill>
            </a:endParaRPr>
          </a:p>
        </p:txBody>
      </p:sp>
      <p:sp>
        <p:nvSpPr>
          <p:cNvPr id="156" name="Google Shape;15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9" name="Google Shape;33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" name="Google Shape;52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7" name="Google Shape;6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1" name="Google Shape;10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6" name="Google Shape;121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7" name="Google Shape;121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6" name="Google Shape;138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56" name="Google Shape;15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3" name="Google Shape;156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elestia-R1---OverlayTitleH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10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685802" y="2142067"/>
            <a:ext cx="4995334" cy="3649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5821895" y="2142067"/>
            <a:ext cx="4995332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685801" y="2870201"/>
            <a:ext cx="4996923" cy="292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096003" y="2226734"/>
            <a:ext cx="47228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5823483" y="2870201"/>
            <a:ext cx="4995334" cy="292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7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8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9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1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0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>
            <a:spLocks noGrp="1"/>
          </p:cNvSpPr>
          <p:nvPr>
            <p:ph type="pic" idx="2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50800" cap="sq" cmpd="dbl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>
            <a:off x="685800" y="2971800"/>
            <a:ext cx="6164653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1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>
            <a:spLocks noGrp="1"/>
          </p:cNvSpPr>
          <p:nvPr>
            <p:ph type="pic" idx="2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noFill/>
          <a:ln w="50800" cap="sq" cmpd="dbl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body" idx="1"/>
          </p:nvPr>
        </p:nvSpPr>
        <p:spPr>
          <a:xfrm>
            <a:off x="685800" y="5299603"/>
            <a:ext cx="10131427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2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2"/>
          <p:cNvSpPr txBox="1"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3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body" idx="1"/>
          </p:nvPr>
        </p:nvSpPr>
        <p:spPr>
          <a:xfrm>
            <a:off x="1097875" y="3352800"/>
            <a:ext cx="933918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body" idx="2"/>
          </p:nvPr>
        </p:nvSpPr>
        <p:spPr>
          <a:xfrm>
            <a:off x="687465" y="4343400"/>
            <a:ext cx="10152367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4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1"/>
          </p:nvPr>
        </p:nvSpPr>
        <p:spPr>
          <a:xfrm>
            <a:off x="685800" y="3886200"/>
            <a:ext cx="10135436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body" idx="2"/>
          </p:nvPr>
        </p:nvSpPr>
        <p:spPr>
          <a:xfrm>
            <a:off x="685799" y="4775200"/>
            <a:ext cx="10135436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5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1"/>
          </p:nvPr>
        </p:nvSpPr>
        <p:spPr>
          <a:xfrm>
            <a:off x="685801" y="3505200"/>
            <a:ext cx="1013142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 b="0" cap="none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2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 rot="5400000">
            <a:off x="3926947" y="-1099079"/>
            <a:ext cx="3649133" cy="1013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 rot="5400000">
            <a:off x="7147151" y="2121124"/>
            <a:ext cx="5181601" cy="215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body" idx="1"/>
          </p:nvPr>
        </p:nvSpPr>
        <p:spPr>
          <a:xfrm rot="5400000">
            <a:off x="2011058" y="-715658"/>
            <a:ext cx="5181600" cy="783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g"/><Relationship Id="rId7" Type="http://schemas.openxmlformats.org/officeDocument/2006/relationships/image" Target="../media/image8.jp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customXml" Target="../ink/ink4.xml"/><Relationship Id="rId18" Type="http://schemas.openxmlformats.org/officeDocument/2006/relationships/image" Target="../media/image28.png"/><Relationship Id="rId26" Type="http://schemas.openxmlformats.org/officeDocument/2006/relationships/image" Target="../media/image32.png"/><Relationship Id="rId3" Type="http://schemas.openxmlformats.org/officeDocument/2006/relationships/image" Target="../media/image1.jpg"/><Relationship Id="rId21" Type="http://schemas.openxmlformats.org/officeDocument/2006/relationships/customXml" Target="../ink/ink8.xml"/><Relationship Id="rId7" Type="http://schemas.openxmlformats.org/officeDocument/2006/relationships/customXml" Target="../ink/ink1.xml"/><Relationship Id="rId12" Type="http://schemas.openxmlformats.org/officeDocument/2006/relationships/image" Target="../media/image25.png"/><Relationship Id="rId17" Type="http://schemas.openxmlformats.org/officeDocument/2006/relationships/customXml" Target="../ink/ink6.xml"/><Relationship Id="rId25" Type="http://schemas.openxmlformats.org/officeDocument/2006/relationships/customXml" Target="../ink/ink10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7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customXml" Target="../ink/ink3.xml"/><Relationship Id="rId24" Type="http://schemas.openxmlformats.org/officeDocument/2006/relationships/image" Target="../media/image31.png"/><Relationship Id="rId5" Type="http://schemas.openxmlformats.org/officeDocument/2006/relationships/image" Target="../media/image21.png"/><Relationship Id="rId15" Type="http://schemas.openxmlformats.org/officeDocument/2006/relationships/customXml" Target="../ink/ink5.xml"/><Relationship Id="rId23" Type="http://schemas.openxmlformats.org/officeDocument/2006/relationships/customXml" Target="../ink/ink9.xml"/><Relationship Id="rId10" Type="http://schemas.openxmlformats.org/officeDocument/2006/relationships/image" Target="../media/image24.png"/><Relationship Id="rId19" Type="http://schemas.openxmlformats.org/officeDocument/2006/relationships/customXml" Target="../ink/ink7.xml"/><Relationship Id="rId4" Type="http://schemas.openxmlformats.org/officeDocument/2006/relationships/image" Target="../media/image20.png"/><Relationship Id="rId9" Type="http://schemas.openxmlformats.org/officeDocument/2006/relationships/customXml" Target="../ink/ink2.xml"/><Relationship Id="rId14" Type="http://schemas.openxmlformats.org/officeDocument/2006/relationships/image" Target="../media/image26.png"/><Relationship Id="rId22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 descr="night sky with mountains far away on the horizon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ctrTitle"/>
          </p:nvPr>
        </p:nvSpPr>
        <p:spPr>
          <a:xfrm>
            <a:off x="3962399" y="255481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b="1" dirty="0"/>
              <a:t>PRACTICAL APPLICATIONS OF DEEP LEARNING</a:t>
            </a:r>
            <a:endParaRPr dirty="0"/>
          </a:p>
        </p:txBody>
      </p:sp>
      <p:sp>
        <p:nvSpPr>
          <p:cNvPr id="151" name="Google Shape;151;p19"/>
          <p:cNvSpPr txBox="1">
            <a:spLocks noGrp="1"/>
          </p:cNvSpPr>
          <p:nvPr>
            <p:ph type="subTitle" idx="1"/>
          </p:nvPr>
        </p:nvSpPr>
        <p:spPr>
          <a:xfrm>
            <a:off x="4444963" y="4976275"/>
            <a:ext cx="6715162" cy="1881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dirty="0">
                <a:solidFill>
                  <a:srgbClr val="F5B4C7"/>
                </a:solidFill>
              </a:rPr>
              <a:t>USNS: </a:t>
            </a:r>
            <a:r>
              <a:rPr lang="en-US" dirty="0">
                <a:solidFill>
                  <a:srgbClr val="F5B4C7"/>
                </a:solidFill>
              </a:rPr>
              <a:t>PES1201701617, PES1201701547, PES120170450,  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rgbClr val="F5B4C7"/>
                </a:solidFill>
              </a:rPr>
              <a:t>     PES1201701552, PES1201700395, PES1201700964</a:t>
            </a:r>
            <a:endParaRPr dirty="0">
              <a:solidFill>
                <a:srgbClr val="F5B4C7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rgbClr val="F5B4C7"/>
              </a:solidFill>
            </a:endParaRPr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>
                <a:solidFill>
                  <a:srgbClr val="F5B4C7"/>
                </a:solidFill>
              </a:rPr>
              <a:t>NAMES:</a:t>
            </a:r>
            <a:r>
              <a:rPr lang="en-US" dirty="0">
                <a:solidFill>
                  <a:srgbClr val="F5B4C7"/>
                </a:solidFill>
              </a:rPr>
              <a:t> MAHIMA, KAUSHAL, SHREYAS, </a:t>
            </a:r>
          </a:p>
          <a:p>
            <a:pPr marL="0" lvl="0" indent="0" algn="r" rtl="0"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rgbClr val="F5B4C7"/>
                </a:solidFill>
              </a:rPr>
              <a:t>RAHUL, SHRINIDHI, BRUNDHA </a:t>
            </a:r>
            <a:endParaRPr dirty="0"/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rgbClr val="F5B4C7"/>
              </a:solidFill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3272250" y="347251"/>
            <a:ext cx="5647500" cy="12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FINAL PROJECT</a:t>
            </a:r>
            <a:endParaRPr sz="18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</a:t>
            </a:r>
            <a:r>
              <a:rPr lang="en-US" sz="3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>
            <a:spLocks noGrp="1"/>
          </p:cNvSpPr>
          <p:nvPr>
            <p:ph type="title"/>
          </p:nvPr>
        </p:nvSpPr>
        <p:spPr>
          <a:xfrm>
            <a:off x="1654750" y="107777"/>
            <a:ext cx="8918700" cy="9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PROBLEM STATEMENT / TECH OVERVIEW</a:t>
            </a:r>
            <a:endParaRPr/>
          </a:p>
        </p:txBody>
      </p:sp>
      <p:grpSp>
        <p:nvGrpSpPr>
          <p:cNvPr id="159" name="Google Shape;159;p20"/>
          <p:cNvGrpSpPr/>
          <p:nvPr/>
        </p:nvGrpSpPr>
        <p:grpSpPr>
          <a:xfrm rot="-332700">
            <a:off x="8565884" y="3905152"/>
            <a:ext cx="3640155" cy="3163482"/>
            <a:chOff x="5281603" y="104899"/>
            <a:chExt cx="6910397" cy="6005491"/>
          </a:xfrm>
        </p:grpSpPr>
        <p:sp>
          <p:nvSpPr>
            <p:cNvPr id="160" name="Google Shape;160;p20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490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1" name="Google Shape;161;p20"/>
            <p:cNvGrpSpPr/>
            <p:nvPr/>
          </p:nvGrpSpPr>
          <p:grpSpPr>
            <a:xfrm>
              <a:off x="5516218" y="331504"/>
              <a:ext cx="6675782" cy="5276654"/>
              <a:chOff x="5516218" y="331504"/>
              <a:chExt cx="6675782" cy="5276654"/>
            </a:xfrm>
          </p:grpSpPr>
          <p:cxnSp>
            <p:nvCxnSpPr>
              <p:cNvPr id="162" name="Google Shape;162;p20"/>
              <p:cNvCxnSpPr/>
              <p:nvPr/>
            </p:nvCxnSpPr>
            <p:spPr>
              <a:xfrm flipH="1">
                <a:off x="9266830" y="3315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3" name="Google Shape;163;p20"/>
              <p:cNvCxnSpPr/>
              <p:nvPr/>
            </p:nvCxnSpPr>
            <p:spPr>
              <a:xfrm rot="120000" flipH="1">
                <a:off x="9408861" y="3383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4" name="Google Shape;164;p20"/>
              <p:cNvCxnSpPr/>
              <p:nvPr/>
            </p:nvCxnSpPr>
            <p:spPr>
              <a:xfrm rot="240000" flipH="1">
                <a:off x="9551700" y="34763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5" name="Google Shape;165;p20"/>
              <p:cNvCxnSpPr/>
              <p:nvPr/>
            </p:nvCxnSpPr>
            <p:spPr>
              <a:xfrm rot="360000" flipH="1">
                <a:off x="9688748" y="36808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6" name="Google Shape;166;p20"/>
              <p:cNvCxnSpPr/>
              <p:nvPr/>
            </p:nvCxnSpPr>
            <p:spPr>
              <a:xfrm rot="540000" flipH="1">
                <a:off x="9824866" y="38922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7" name="Google Shape;167;p20"/>
              <p:cNvCxnSpPr/>
              <p:nvPr/>
            </p:nvCxnSpPr>
            <p:spPr>
              <a:xfrm rot="660000" flipH="1">
                <a:off x="9966867" y="41754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8" name="Google Shape;168;p20"/>
              <p:cNvCxnSpPr/>
              <p:nvPr/>
            </p:nvCxnSpPr>
            <p:spPr>
              <a:xfrm rot="780000" flipH="1">
                <a:off x="10104425" y="4458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9" name="Google Shape;169;p20"/>
              <p:cNvCxnSpPr/>
              <p:nvPr/>
            </p:nvCxnSpPr>
            <p:spPr>
              <a:xfrm rot="900000" flipH="1">
                <a:off x="10240513" y="47948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0" name="Google Shape;170;p20"/>
              <p:cNvCxnSpPr/>
              <p:nvPr/>
            </p:nvCxnSpPr>
            <p:spPr>
              <a:xfrm rot="1080000" flipH="1">
                <a:off x="10373882" y="52435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1" name="Google Shape;171;p20"/>
              <p:cNvCxnSpPr/>
              <p:nvPr/>
            </p:nvCxnSpPr>
            <p:spPr>
              <a:xfrm rot="1200000" flipH="1">
                <a:off x="10505632" y="570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2" name="Google Shape;172;p20"/>
              <p:cNvCxnSpPr/>
              <p:nvPr/>
            </p:nvCxnSpPr>
            <p:spPr>
              <a:xfrm rot="1320000" flipH="1">
                <a:off x="10637382" y="62134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3" name="Google Shape;173;p20"/>
              <p:cNvCxnSpPr/>
              <p:nvPr/>
            </p:nvCxnSpPr>
            <p:spPr>
              <a:xfrm rot="1440000" flipH="1">
                <a:off x="10760965" y="69043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4" name="Google Shape;174;p20"/>
              <p:cNvCxnSpPr/>
              <p:nvPr/>
            </p:nvCxnSpPr>
            <p:spPr>
              <a:xfrm rot="1620000" flipH="1">
                <a:off x="10888991" y="755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5" name="Google Shape;175;p20"/>
              <p:cNvCxnSpPr/>
              <p:nvPr/>
            </p:nvCxnSpPr>
            <p:spPr>
              <a:xfrm rot="1740000" flipH="1">
                <a:off x="11010193" y="81974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6" name="Google Shape;176;p20"/>
              <p:cNvCxnSpPr/>
              <p:nvPr/>
            </p:nvCxnSpPr>
            <p:spPr>
              <a:xfrm rot="1860000" flipH="1">
                <a:off x="11129014" y="89566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7" name="Google Shape;177;p20"/>
              <p:cNvCxnSpPr/>
              <p:nvPr/>
            </p:nvCxnSpPr>
            <p:spPr>
              <a:xfrm rot="1980000" flipH="1">
                <a:off x="11249872" y="968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8" name="Google Shape;178;p20"/>
              <p:cNvCxnSpPr/>
              <p:nvPr/>
            </p:nvCxnSpPr>
            <p:spPr>
              <a:xfrm rot="2160000" flipH="1">
                <a:off x="11366875" y="10480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9" name="Google Shape;179;p20"/>
              <p:cNvCxnSpPr/>
              <p:nvPr/>
            </p:nvCxnSpPr>
            <p:spPr>
              <a:xfrm rot="2280000" flipH="1">
                <a:off x="11474058" y="11315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0" name="Google Shape;180;p20"/>
              <p:cNvCxnSpPr/>
              <p:nvPr/>
            </p:nvCxnSpPr>
            <p:spPr>
              <a:xfrm rot="2400000" flipH="1">
                <a:off x="11583303" y="122179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1" name="Google Shape;181;p20"/>
              <p:cNvCxnSpPr/>
              <p:nvPr/>
            </p:nvCxnSpPr>
            <p:spPr>
              <a:xfrm rot="2520000" flipH="1">
                <a:off x="11685344" y="132177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2" name="Google Shape;182;p20"/>
              <p:cNvCxnSpPr/>
              <p:nvPr/>
            </p:nvCxnSpPr>
            <p:spPr>
              <a:xfrm rot="2700000" flipH="1">
                <a:off x="11787704" y="14176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3" name="Google Shape;183;p20"/>
              <p:cNvCxnSpPr/>
              <p:nvPr/>
            </p:nvCxnSpPr>
            <p:spPr>
              <a:xfrm rot="2820000" flipH="1">
                <a:off x="11880859" y="15179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4" name="Google Shape;184;p20"/>
              <p:cNvCxnSpPr/>
              <p:nvPr/>
            </p:nvCxnSpPr>
            <p:spPr>
              <a:xfrm rot="2940000" flipH="1">
                <a:off x="11969252" y="162743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5" name="Google Shape;185;p20"/>
              <p:cNvCxnSpPr/>
              <p:nvPr/>
            </p:nvCxnSpPr>
            <p:spPr>
              <a:xfrm rot="3060000" flipH="1">
                <a:off x="12062016" y="173601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6" name="Google Shape;186;p20"/>
              <p:cNvCxnSpPr/>
              <p:nvPr/>
            </p:nvCxnSpPr>
            <p:spPr>
              <a:xfrm flipH="1">
                <a:off x="12074680" y="1910249"/>
                <a:ext cx="117320" cy="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7" name="Google Shape;187;p20"/>
              <p:cNvCxnSpPr/>
              <p:nvPr/>
            </p:nvCxnSpPr>
            <p:spPr>
              <a:xfrm flipH="1">
                <a:off x="12149943" y="2083594"/>
                <a:ext cx="39676" cy="2143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8" name="Google Shape;188;p20"/>
              <p:cNvCxnSpPr/>
              <p:nvPr/>
            </p:nvCxnSpPr>
            <p:spPr>
              <a:xfrm rot="-180000" flipH="1">
                <a:off x="9127990" y="33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9" name="Google Shape;189;p20"/>
              <p:cNvCxnSpPr/>
              <p:nvPr/>
            </p:nvCxnSpPr>
            <p:spPr>
              <a:xfrm rot="-300000" flipH="1">
                <a:off x="8987576" y="33663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0" name="Google Shape;190;p20"/>
              <p:cNvCxnSpPr/>
              <p:nvPr/>
            </p:nvCxnSpPr>
            <p:spPr>
              <a:xfrm rot="-420000" flipH="1">
                <a:off x="8844859" y="35117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1" name="Google Shape;191;p20"/>
              <p:cNvCxnSpPr/>
              <p:nvPr/>
            </p:nvCxnSpPr>
            <p:spPr>
              <a:xfrm rot="-540000" flipH="1">
                <a:off x="8706904" y="3657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2" name="Google Shape;192;p20"/>
              <p:cNvCxnSpPr/>
              <p:nvPr/>
            </p:nvCxnSpPr>
            <p:spPr>
              <a:xfrm rot="-720000" flipH="1">
                <a:off x="8568008" y="3878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3" name="Google Shape;193;p20"/>
              <p:cNvCxnSpPr/>
              <p:nvPr/>
            </p:nvCxnSpPr>
            <p:spPr>
              <a:xfrm rot="-840000" flipH="1">
                <a:off x="8429112" y="4100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4" name="Google Shape;194;p20"/>
              <p:cNvCxnSpPr/>
              <p:nvPr/>
            </p:nvCxnSpPr>
            <p:spPr>
              <a:xfrm rot="-960000" flipH="1">
                <a:off x="8294968" y="4462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5" name="Google Shape;195;p20"/>
              <p:cNvCxnSpPr/>
              <p:nvPr/>
            </p:nvCxnSpPr>
            <p:spPr>
              <a:xfrm rot="-1080000" flipH="1">
                <a:off x="8160824" y="48237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6" name="Google Shape;196;p20"/>
              <p:cNvCxnSpPr/>
              <p:nvPr/>
            </p:nvCxnSpPr>
            <p:spPr>
              <a:xfrm rot="-1260000" flipH="1">
                <a:off x="8027689" y="53184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7" name="Google Shape;197;p20"/>
              <p:cNvCxnSpPr/>
              <p:nvPr/>
            </p:nvCxnSpPr>
            <p:spPr>
              <a:xfrm rot="-1380000" flipH="1">
                <a:off x="7894554" y="58132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8" name="Google Shape;198;p20"/>
              <p:cNvCxnSpPr/>
              <p:nvPr/>
            </p:nvCxnSpPr>
            <p:spPr>
              <a:xfrm rot="-1500000" flipH="1">
                <a:off x="7761419" y="63079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9" name="Google Shape;199;p20"/>
              <p:cNvCxnSpPr/>
              <p:nvPr/>
            </p:nvCxnSpPr>
            <p:spPr>
              <a:xfrm rot="-1620000" flipH="1">
                <a:off x="7636645" y="6898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0" name="Google Shape;200;p20"/>
              <p:cNvCxnSpPr/>
              <p:nvPr/>
            </p:nvCxnSpPr>
            <p:spPr>
              <a:xfrm rot="-1800000" flipH="1">
                <a:off x="7511871" y="75119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1" name="Google Shape;201;p20"/>
              <p:cNvCxnSpPr/>
              <p:nvPr/>
            </p:nvCxnSpPr>
            <p:spPr>
              <a:xfrm rot="-1920000" flipH="1">
                <a:off x="7387899" y="81977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2" name="Google Shape;202;p20"/>
              <p:cNvCxnSpPr/>
              <p:nvPr/>
            </p:nvCxnSpPr>
            <p:spPr>
              <a:xfrm rot="-2040000" flipH="1">
                <a:off x="7268530" y="8931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3" name="Google Shape;203;p20"/>
              <p:cNvCxnSpPr/>
              <p:nvPr/>
            </p:nvCxnSpPr>
            <p:spPr>
              <a:xfrm rot="-2160000" flipH="1">
                <a:off x="7152030" y="9765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4" name="Google Shape;204;p20"/>
              <p:cNvCxnSpPr/>
              <p:nvPr/>
            </p:nvCxnSpPr>
            <p:spPr>
              <a:xfrm rot="-2340000" flipH="1">
                <a:off x="7041695" y="10600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5" name="Google Shape;205;p20"/>
              <p:cNvCxnSpPr/>
              <p:nvPr/>
            </p:nvCxnSpPr>
            <p:spPr>
              <a:xfrm rot="-2460000" flipH="1">
                <a:off x="6931360" y="114346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6" name="Google Shape;206;p20"/>
              <p:cNvCxnSpPr/>
              <p:nvPr/>
            </p:nvCxnSpPr>
            <p:spPr>
              <a:xfrm rot="-2580000" flipH="1">
                <a:off x="6819070" y="123586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7" name="Google Shape;207;p20"/>
              <p:cNvCxnSpPr/>
              <p:nvPr/>
            </p:nvCxnSpPr>
            <p:spPr>
              <a:xfrm rot="-2700000" flipH="1">
                <a:off x="6721359" y="133274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8" name="Google Shape;208;p20"/>
              <p:cNvCxnSpPr/>
              <p:nvPr/>
            </p:nvCxnSpPr>
            <p:spPr>
              <a:xfrm rot="-2880000" flipH="1">
                <a:off x="6617467" y="1429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9" name="Google Shape;209;p20"/>
              <p:cNvCxnSpPr/>
              <p:nvPr/>
            </p:nvCxnSpPr>
            <p:spPr>
              <a:xfrm rot="-3000000" flipH="1">
                <a:off x="6520032" y="15272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0" name="Google Shape;210;p20"/>
              <p:cNvCxnSpPr/>
              <p:nvPr/>
            </p:nvCxnSpPr>
            <p:spPr>
              <a:xfrm rot="-3120000" flipH="1">
                <a:off x="6429579" y="16416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1" name="Google Shape;211;p20"/>
              <p:cNvCxnSpPr/>
              <p:nvPr/>
            </p:nvCxnSpPr>
            <p:spPr>
              <a:xfrm rot="-3240000" flipH="1">
                <a:off x="6340532" y="1750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2" name="Google Shape;212;p20"/>
              <p:cNvCxnSpPr/>
              <p:nvPr/>
            </p:nvCxnSpPr>
            <p:spPr>
              <a:xfrm rot="-3420000" flipH="1">
                <a:off x="6261757" y="18601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3" name="Google Shape;213;p20"/>
              <p:cNvCxnSpPr/>
              <p:nvPr/>
            </p:nvCxnSpPr>
            <p:spPr>
              <a:xfrm rot="-3540000" flipH="1">
                <a:off x="6184144" y="19796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4" name="Google Shape;214;p20"/>
              <p:cNvCxnSpPr/>
              <p:nvPr/>
            </p:nvCxnSpPr>
            <p:spPr>
              <a:xfrm rot="-3660000" flipH="1">
                <a:off x="6106531" y="20990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5" name="Google Shape;215;p20"/>
              <p:cNvCxnSpPr/>
              <p:nvPr/>
            </p:nvCxnSpPr>
            <p:spPr>
              <a:xfrm rot="-3780000" flipH="1">
                <a:off x="6043206" y="222255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6" name="Google Shape;216;p20"/>
              <p:cNvCxnSpPr/>
              <p:nvPr/>
            </p:nvCxnSpPr>
            <p:spPr>
              <a:xfrm rot="-3960000" flipH="1">
                <a:off x="5978913" y="234430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7" name="Google Shape;217;p20"/>
              <p:cNvCxnSpPr/>
              <p:nvPr/>
            </p:nvCxnSpPr>
            <p:spPr>
              <a:xfrm rot="-4080000" flipH="1">
                <a:off x="5912438" y="24706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8" name="Google Shape;218;p20"/>
              <p:cNvCxnSpPr/>
              <p:nvPr/>
            </p:nvCxnSpPr>
            <p:spPr>
              <a:xfrm rot="-4200000" flipH="1">
                <a:off x="5858875" y="260092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9" name="Google Shape;219;p20"/>
              <p:cNvCxnSpPr/>
              <p:nvPr/>
            </p:nvCxnSpPr>
            <p:spPr>
              <a:xfrm rot="-4320000" flipH="1">
                <a:off x="5808182" y="273404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0" name="Google Shape;220;p20"/>
              <p:cNvCxnSpPr/>
              <p:nvPr/>
            </p:nvCxnSpPr>
            <p:spPr>
              <a:xfrm rot="-4500000" flipH="1">
                <a:off x="5773263" y="28668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1" name="Google Shape;221;p20"/>
              <p:cNvCxnSpPr/>
              <p:nvPr/>
            </p:nvCxnSpPr>
            <p:spPr>
              <a:xfrm rot="-4620000" flipH="1">
                <a:off x="5735963" y="300206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2" name="Google Shape;222;p20"/>
              <p:cNvCxnSpPr/>
              <p:nvPr/>
            </p:nvCxnSpPr>
            <p:spPr>
              <a:xfrm rot="-4740000" flipH="1">
                <a:off x="5700105" y="31389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3" name="Google Shape;223;p20"/>
              <p:cNvCxnSpPr/>
              <p:nvPr/>
            </p:nvCxnSpPr>
            <p:spPr>
              <a:xfrm rot="-4860000" flipH="1">
                <a:off x="5665939" y="327548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4" name="Google Shape;224;p20"/>
              <p:cNvCxnSpPr/>
              <p:nvPr/>
            </p:nvCxnSpPr>
            <p:spPr>
              <a:xfrm rot="-5040000" flipH="1">
                <a:off x="5644476" y="341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5" name="Google Shape;225;p20"/>
              <p:cNvCxnSpPr/>
              <p:nvPr/>
            </p:nvCxnSpPr>
            <p:spPr>
              <a:xfrm rot="-5160000" flipH="1">
                <a:off x="5626530" y="3554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6" name="Google Shape;226;p20"/>
              <p:cNvCxnSpPr/>
              <p:nvPr/>
            </p:nvCxnSpPr>
            <p:spPr>
              <a:xfrm rot="-5280000" flipH="1">
                <a:off x="5616429" y="36918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7" name="Google Shape;227;p20"/>
              <p:cNvCxnSpPr/>
              <p:nvPr/>
            </p:nvCxnSpPr>
            <p:spPr>
              <a:xfrm rot="-5400000" flipH="1">
                <a:off x="5611319" y="38353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8" name="Google Shape;228;p20"/>
              <p:cNvCxnSpPr/>
              <p:nvPr/>
            </p:nvCxnSpPr>
            <p:spPr>
              <a:xfrm rot="-5580000" flipH="1">
                <a:off x="5608540" y="397572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9" name="Google Shape;229;p20"/>
              <p:cNvCxnSpPr/>
              <p:nvPr/>
            </p:nvCxnSpPr>
            <p:spPr>
              <a:xfrm rot="-5700000" flipH="1">
                <a:off x="5605761" y="41160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0" name="Google Shape;230;p20"/>
              <p:cNvCxnSpPr/>
              <p:nvPr/>
            </p:nvCxnSpPr>
            <p:spPr>
              <a:xfrm rot="-5820000" flipH="1">
                <a:off x="5624195" y="425421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1" name="Google Shape;231;p20"/>
              <p:cNvCxnSpPr/>
              <p:nvPr/>
            </p:nvCxnSpPr>
            <p:spPr>
              <a:xfrm rot="-5940000" flipH="1">
                <a:off x="5642629" y="43923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2" name="Google Shape;232;p20"/>
              <p:cNvCxnSpPr/>
              <p:nvPr/>
            </p:nvCxnSpPr>
            <p:spPr>
              <a:xfrm rot="-6120000" flipH="1">
                <a:off x="5654818" y="45363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3" name="Google Shape;233;p20"/>
              <p:cNvCxnSpPr/>
              <p:nvPr/>
            </p:nvCxnSpPr>
            <p:spPr>
              <a:xfrm rot="-6240000" flipH="1">
                <a:off x="5684446" y="467136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4" name="Google Shape;234;p20"/>
              <p:cNvCxnSpPr/>
              <p:nvPr/>
            </p:nvCxnSpPr>
            <p:spPr>
              <a:xfrm rot="-6360000" flipH="1">
                <a:off x="5714074" y="48087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5" name="Google Shape;235;p20"/>
              <p:cNvCxnSpPr/>
              <p:nvPr/>
            </p:nvCxnSpPr>
            <p:spPr>
              <a:xfrm rot="-6480000" flipH="1">
                <a:off x="5748464" y="49484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6" name="Google Shape;236;p20"/>
              <p:cNvCxnSpPr/>
              <p:nvPr/>
            </p:nvCxnSpPr>
            <p:spPr>
              <a:xfrm rot="-6660000" flipH="1">
                <a:off x="5792091" y="507760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7" name="Google Shape;237;p20"/>
              <p:cNvCxnSpPr/>
              <p:nvPr/>
            </p:nvCxnSpPr>
            <p:spPr>
              <a:xfrm rot="-6780000" flipH="1">
                <a:off x="5847441" y="52112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8" name="Google Shape;238;p20"/>
              <p:cNvCxnSpPr/>
              <p:nvPr/>
            </p:nvCxnSpPr>
            <p:spPr>
              <a:xfrm rot="-6900000" flipH="1">
                <a:off x="5900410" y="53424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9" name="Google Shape;239;p20"/>
              <p:cNvCxnSpPr/>
              <p:nvPr/>
            </p:nvCxnSpPr>
            <p:spPr>
              <a:xfrm rot="-7020000" flipH="1">
                <a:off x="5955760" y="547369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240" name="Google Shape;240;p20"/>
          <p:cNvGrpSpPr/>
          <p:nvPr/>
        </p:nvGrpSpPr>
        <p:grpSpPr>
          <a:xfrm rot="-6207392">
            <a:off x="7397406" y="-618856"/>
            <a:ext cx="4915057" cy="4271437"/>
            <a:chOff x="5281603" y="104899"/>
            <a:chExt cx="6910397" cy="6005491"/>
          </a:xfrm>
        </p:grpSpPr>
        <p:sp>
          <p:nvSpPr>
            <p:cNvPr id="241" name="Google Shape;241;p20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2" name="Google Shape;242;p20"/>
            <p:cNvGrpSpPr/>
            <p:nvPr/>
          </p:nvGrpSpPr>
          <p:grpSpPr>
            <a:xfrm>
              <a:off x="5516218" y="331504"/>
              <a:ext cx="6675782" cy="5276654"/>
              <a:chOff x="5516218" y="331504"/>
              <a:chExt cx="6675782" cy="5276654"/>
            </a:xfrm>
          </p:grpSpPr>
          <p:cxnSp>
            <p:nvCxnSpPr>
              <p:cNvPr id="243" name="Google Shape;243;p20"/>
              <p:cNvCxnSpPr/>
              <p:nvPr/>
            </p:nvCxnSpPr>
            <p:spPr>
              <a:xfrm flipH="1">
                <a:off x="9266830" y="3315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4" name="Google Shape;244;p20"/>
              <p:cNvCxnSpPr/>
              <p:nvPr/>
            </p:nvCxnSpPr>
            <p:spPr>
              <a:xfrm rot="120000" flipH="1">
                <a:off x="9408861" y="3383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5" name="Google Shape;245;p20"/>
              <p:cNvCxnSpPr/>
              <p:nvPr/>
            </p:nvCxnSpPr>
            <p:spPr>
              <a:xfrm rot="240000" flipH="1">
                <a:off x="9551700" y="34763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6" name="Google Shape;246;p20"/>
              <p:cNvCxnSpPr/>
              <p:nvPr/>
            </p:nvCxnSpPr>
            <p:spPr>
              <a:xfrm rot="360000" flipH="1">
                <a:off x="9688748" y="36808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7" name="Google Shape;247;p20"/>
              <p:cNvCxnSpPr/>
              <p:nvPr/>
            </p:nvCxnSpPr>
            <p:spPr>
              <a:xfrm rot="540000" flipH="1">
                <a:off x="9824866" y="38922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8" name="Google Shape;248;p20"/>
              <p:cNvCxnSpPr/>
              <p:nvPr/>
            </p:nvCxnSpPr>
            <p:spPr>
              <a:xfrm rot="660000" flipH="1">
                <a:off x="9966867" y="41754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9" name="Google Shape;249;p20"/>
              <p:cNvCxnSpPr/>
              <p:nvPr/>
            </p:nvCxnSpPr>
            <p:spPr>
              <a:xfrm rot="780000" flipH="1">
                <a:off x="10104425" y="4458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0" name="Google Shape;250;p20"/>
              <p:cNvCxnSpPr/>
              <p:nvPr/>
            </p:nvCxnSpPr>
            <p:spPr>
              <a:xfrm rot="900000" flipH="1">
                <a:off x="10240513" y="47948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1" name="Google Shape;251;p20"/>
              <p:cNvCxnSpPr/>
              <p:nvPr/>
            </p:nvCxnSpPr>
            <p:spPr>
              <a:xfrm rot="1080000" flipH="1">
                <a:off x="10373882" y="52435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2" name="Google Shape;252;p20"/>
              <p:cNvCxnSpPr/>
              <p:nvPr/>
            </p:nvCxnSpPr>
            <p:spPr>
              <a:xfrm rot="1200000" flipH="1">
                <a:off x="10505632" y="570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3" name="Google Shape;253;p20"/>
              <p:cNvCxnSpPr/>
              <p:nvPr/>
            </p:nvCxnSpPr>
            <p:spPr>
              <a:xfrm rot="1320000" flipH="1">
                <a:off x="10637382" y="62134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4" name="Google Shape;254;p20"/>
              <p:cNvCxnSpPr/>
              <p:nvPr/>
            </p:nvCxnSpPr>
            <p:spPr>
              <a:xfrm rot="1440000" flipH="1">
                <a:off x="10760965" y="69043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5" name="Google Shape;255;p20"/>
              <p:cNvCxnSpPr/>
              <p:nvPr/>
            </p:nvCxnSpPr>
            <p:spPr>
              <a:xfrm rot="1620000" flipH="1">
                <a:off x="10888991" y="755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6" name="Google Shape;256;p20"/>
              <p:cNvCxnSpPr/>
              <p:nvPr/>
            </p:nvCxnSpPr>
            <p:spPr>
              <a:xfrm rot="1740000" flipH="1">
                <a:off x="11010193" y="81974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7" name="Google Shape;257;p20"/>
              <p:cNvCxnSpPr/>
              <p:nvPr/>
            </p:nvCxnSpPr>
            <p:spPr>
              <a:xfrm rot="1860000" flipH="1">
                <a:off x="11129014" y="89566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8" name="Google Shape;258;p20"/>
              <p:cNvCxnSpPr/>
              <p:nvPr/>
            </p:nvCxnSpPr>
            <p:spPr>
              <a:xfrm rot="1980000" flipH="1">
                <a:off x="11249872" y="968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9" name="Google Shape;259;p20"/>
              <p:cNvCxnSpPr/>
              <p:nvPr/>
            </p:nvCxnSpPr>
            <p:spPr>
              <a:xfrm rot="2160000" flipH="1">
                <a:off x="11366875" y="10480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0" name="Google Shape;260;p20"/>
              <p:cNvCxnSpPr/>
              <p:nvPr/>
            </p:nvCxnSpPr>
            <p:spPr>
              <a:xfrm rot="2280000" flipH="1">
                <a:off x="11474058" y="11315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1" name="Google Shape;261;p20"/>
              <p:cNvCxnSpPr/>
              <p:nvPr/>
            </p:nvCxnSpPr>
            <p:spPr>
              <a:xfrm rot="2400000" flipH="1">
                <a:off x="11583303" y="122179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2" name="Google Shape;262;p20"/>
              <p:cNvCxnSpPr/>
              <p:nvPr/>
            </p:nvCxnSpPr>
            <p:spPr>
              <a:xfrm rot="2520000" flipH="1">
                <a:off x="11685344" y="132177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3" name="Google Shape;263;p20"/>
              <p:cNvCxnSpPr/>
              <p:nvPr/>
            </p:nvCxnSpPr>
            <p:spPr>
              <a:xfrm rot="2700000" flipH="1">
                <a:off x="11787704" y="14176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4" name="Google Shape;264;p20"/>
              <p:cNvCxnSpPr/>
              <p:nvPr/>
            </p:nvCxnSpPr>
            <p:spPr>
              <a:xfrm rot="2820000" flipH="1">
                <a:off x="11880859" y="15179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5" name="Google Shape;265;p20"/>
              <p:cNvCxnSpPr/>
              <p:nvPr/>
            </p:nvCxnSpPr>
            <p:spPr>
              <a:xfrm rot="2940000" flipH="1">
                <a:off x="11969252" y="162743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6" name="Google Shape;266;p20"/>
              <p:cNvCxnSpPr/>
              <p:nvPr/>
            </p:nvCxnSpPr>
            <p:spPr>
              <a:xfrm rot="3060000" flipH="1">
                <a:off x="12062016" y="173601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7" name="Google Shape;267;p20"/>
              <p:cNvCxnSpPr/>
              <p:nvPr/>
            </p:nvCxnSpPr>
            <p:spPr>
              <a:xfrm flipH="1">
                <a:off x="12074680" y="1910249"/>
                <a:ext cx="117320" cy="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8" name="Google Shape;268;p20"/>
              <p:cNvCxnSpPr/>
              <p:nvPr/>
            </p:nvCxnSpPr>
            <p:spPr>
              <a:xfrm flipH="1">
                <a:off x="12149943" y="2083594"/>
                <a:ext cx="39676" cy="2143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9" name="Google Shape;269;p20"/>
              <p:cNvCxnSpPr/>
              <p:nvPr/>
            </p:nvCxnSpPr>
            <p:spPr>
              <a:xfrm rot="-180000" flipH="1">
                <a:off x="9127990" y="33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0" name="Google Shape;270;p20"/>
              <p:cNvCxnSpPr/>
              <p:nvPr/>
            </p:nvCxnSpPr>
            <p:spPr>
              <a:xfrm rot="-300000" flipH="1">
                <a:off x="8987576" y="33663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1" name="Google Shape;271;p20"/>
              <p:cNvCxnSpPr/>
              <p:nvPr/>
            </p:nvCxnSpPr>
            <p:spPr>
              <a:xfrm rot="-420000" flipH="1">
                <a:off x="8844859" y="35117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2" name="Google Shape;272;p20"/>
              <p:cNvCxnSpPr/>
              <p:nvPr/>
            </p:nvCxnSpPr>
            <p:spPr>
              <a:xfrm rot="-540000" flipH="1">
                <a:off x="8706904" y="3657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3" name="Google Shape;273;p20"/>
              <p:cNvCxnSpPr/>
              <p:nvPr/>
            </p:nvCxnSpPr>
            <p:spPr>
              <a:xfrm rot="-720000" flipH="1">
                <a:off x="8568008" y="3878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4" name="Google Shape;274;p20"/>
              <p:cNvCxnSpPr/>
              <p:nvPr/>
            </p:nvCxnSpPr>
            <p:spPr>
              <a:xfrm rot="-840000" flipH="1">
                <a:off x="8429112" y="4100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5" name="Google Shape;275;p20"/>
              <p:cNvCxnSpPr/>
              <p:nvPr/>
            </p:nvCxnSpPr>
            <p:spPr>
              <a:xfrm rot="-960000" flipH="1">
                <a:off x="8294968" y="4462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6" name="Google Shape;276;p20"/>
              <p:cNvCxnSpPr/>
              <p:nvPr/>
            </p:nvCxnSpPr>
            <p:spPr>
              <a:xfrm rot="-1080000" flipH="1">
                <a:off x="8160824" y="48237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7" name="Google Shape;277;p20"/>
              <p:cNvCxnSpPr/>
              <p:nvPr/>
            </p:nvCxnSpPr>
            <p:spPr>
              <a:xfrm rot="-1260000" flipH="1">
                <a:off x="8027689" y="53184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8" name="Google Shape;278;p20"/>
              <p:cNvCxnSpPr/>
              <p:nvPr/>
            </p:nvCxnSpPr>
            <p:spPr>
              <a:xfrm rot="-1380000" flipH="1">
                <a:off x="7894554" y="58132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9" name="Google Shape;279;p20"/>
              <p:cNvCxnSpPr/>
              <p:nvPr/>
            </p:nvCxnSpPr>
            <p:spPr>
              <a:xfrm rot="-1500000" flipH="1">
                <a:off x="7761419" y="63079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0" name="Google Shape;280;p20"/>
              <p:cNvCxnSpPr/>
              <p:nvPr/>
            </p:nvCxnSpPr>
            <p:spPr>
              <a:xfrm rot="-1620000" flipH="1">
                <a:off x="7636645" y="6898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1" name="Google Shape;281;p20"/>
              <p:cNvCxnSpPr/>
              <p:nvPr/>
            </p:nvCxnSpPr>
            <p:spPr>
              <a:xfrm rot="-1800000" flipH="1">
                <a:off x="7511871" y="75119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2" name="Google Shape;282;p20"/>
              <p:cNvCxnSpPr/>
              <p:nvPr/>
            </p:nvCxnSpPr>
            <p:spPr>
              <a:xfrm rot="-1920000" flipH="1">
                <a:off x="7387899" y="81977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3" name="Google Shape;283;p20"/>
              <p:cNvCxnSpPr/>
              <p:nvPr/>
            </p:nvCxnSpPr>
            <p:spPr>
              <a:xfrm rot="-2040000" flipH="1">
                <a:off x="7268530" y="8931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4" name="Google Shape;284;p20"/>
              <p:cNvCxnSpPr/>
              <p:nvPr/>
            </p:nvCxnSpPr>
            <p:spPr>
              <a:xfrm rot="-2160000" flipH="1">
                <a:off x="7152030" y="9765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5" name="Google Shape;285;p20"/>
              <p:cNvCxnSpPr/>
              <p:nvPr/>
            </p:nvCxnSpPr>
            <p:spPr>
              <a:xfrm rot="-2340000" flipH="1">
                <a:off x="7041695" y="10600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6" name="Google Shape;286;p20"/>
              <p:cNvCxnSpPr/>
              <p:nvPr/>
            </p:nvCxnSpPr>
            <p:spPr>
              <a:xfrm rot="-2460000" flipH="1">
                <a:off x="6931360" y="114346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7" name="Google Shape;287;p20"/>
              <p:cNvCxnSpPr/>
              <p:nvPr/>
            </p:nvCxnSpPr>
            <p:spPr>
              <a:xfrm rot="-2580000" flipH="1">
                <a:off x="6819070" y="123586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8" name="Google Shape;288;p20"/>
              <p:cNvCxnSpPr/>
              <p:nvPr/>
            </p:nvCxnSpPr>
            <p:spPr>
              <a:xfrm rot="-2700000" flipH="1">
                <a:off x="6721359" y="133274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9" name="Google Shape;289;p20"/>
              <p:cNvCxnSpPr/>
              <p:nvPr/>
            </p:nvCxnSpPr>
            <p:spPr>
              <a:xfrm rot="-2880000" flipH="1">
                <a:off x="6617467" y="1429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0" name="Google Shape;290;p20"/>
              <p:cNvCxnSpPr/>
              <p:nvPr/>
            </p:nvCxnSpPr>
            <p:spPr>
              <a:xfrm rot="-3000000" flipH="1">
                <a:off x="6520032" y="15272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1" name="Google Shape;291;p20"/>
              <p:cNvCxnSpPr/>
              <p:nvPr/>
            </p:nvCxnSpPr>
            <p:spPr>
              <a:xfrm rot="-3120000" flipH="1">
                <a:off x="6429579" y="16416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2" name="Google Shape;292;p20"/>
              <p:cNvCxnSpPr/>
              <p:nvPr/>
            </p:nvCxnSpPr>
            <p:spPr>
              <a:xfrm rot="-3240000" flipH="1">
                <a:off x="6340532" y="1750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3" name="Google Shape;293;p20"/>
              <p:cNvCxnSpPr/>
              <p:nvPr/>
            </p:nvCxnSpPr>
            <p:spPr>
              <a:xfrm rot="-3420000" flipH="1">
                <a:off x="6261757" y="18601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4" name="Google Shape;294;p20"/>
              <p:cNvCxnSpPr/>
              <p:nvPr/>
            </p:nvCxnSpPr>
            <p:spPr>
              <a:xfrm rot="-3540000" flipH="1">
                <a:off x="6184144" y="19796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5" name="Google Shape;295;p20"/>
              <p:cNvCxnSpPr/>
              <p:nvPr/>
            </p:nvCxnSpPr>
            <p:spPr>
              <a:xfrm rot="-3660000" flipH="1">
                <a:off x="6106531" y="20990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6" name="Google Shape;296;p20"/>
              <p:cNvCxnSpPr/>
              <p:nvPr/>
            </p:nvCxnSpPr>
            <p:spPr>
              <a:xfrm rot="-3780000" flipH="1">
                <a:off x="6043206" y="222255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" name="Google Shape;297;p20"/>
              <p:cNvCxnSpPr/>
              <p:nvPr/>
            </p:nvCxnSpPr>
            <p:spPr>
              <a:xfrm rot="-3960000" flipH="1">
                <a:off x="5978913" y="234430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8" name="Google Shape;298;p20"/>
              <p:cNvCxnSpPr/>
              <p:nvPr/>
            </p:nvCxnSpPr>
            <p:spPr>
              <a:xfrm rot="-4080000" flipH="1">
                <a:off x="5912438" y="24706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9" name="Google Shape;299;p20"/>
              <p:cNvCxnSpPr/>
              <p:nvPr/>
            </p:nvCxnSpPr>
            <p:spPr>
              <a:xfrm rot="-4200000" flipH="1">
                <a:off x="5858875" y="260092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0" name="Google Shape;300;p20"/>
              <p:cNvCxnSpPr/>
              <p:nvPr/>
            </p:nvCxnSpPr>
            <p:spPr>
              <a:xfrm rot="-4320000" flipH="1">
                <a:off x="5808182" y="273404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1" name="Google Shape;301;p20"/>
              <p:cNvCxnSpPr/>
              <p:nvPr/>
            </p:nvCxnSpPr>
            <p:spPr>
              <a:xfrm rot="-4500000" flipH="1">
                <a:off x="5773263" y="28668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2" name="Google Shape;302;p20"/>
              <p:cNvCxnSpPr/>
              <p:nvPr/>
            </p:nvCxnSpPr>
            <p:spPr>
              <a:xfrm rot="-4620000" flipH="1">
                <a:off x="5735963" y="300206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3" name="Google Shape;303;p20"/>
              <p:cNvCxnSpPr/>
              <p:nvPr/>
            </p:nvCxnSpPr>
            <p:spPr>
              <a:xfrm rot="-4740000" flipH="1">
                <a:off x="5700105" y="31389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4" name="Google Shape;304;p20"/>
              <p:cNvCxnSpPr/>
              <p:nvPr/>
            </p:nvCxnSpPr>
            <p:spPr>
              <a:xfrm rot="-4860000" flipH="1">
                <a:off x="5665939" y="327548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5" name="Google Shape;305;p20"/>
              <p:cNvCxnSpPr/>
              <p:nvPr/>
            </p:nvCxnSpPr>
            <p:spPr>
              <a:xfrm rot="-5040000" flipH="1">
                <a:off x="5644476" y="341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6" name="Google Shape;306;p20"/>
              <p:cNvCxnSpPr/>
              <p:nvPr/>
            </p:nvCxnSpPr>
            <p:spPr>
              <a:xfrm rot="-5160000" flipH="1">
                <a:off x="5626530" y="3554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7" name="Google Shape;307;p20"/>
              <p:cNvCxnSpPr/>
              <p:nvPr/>
            </p:nvCxnSpPr>
            <p:spPr>
              <a:xfrm rot="-5280000" flipH="1">
                <a:off x="5616429" y="36918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8" name="Google Shape;308;p20"/>
              <p:cNvCxnSpPr/>
              <p:nvPr/>
            </p:nvCxnSpPr>
            <p:spPr>
              <a:xfrm rot="-5400000" flipH="1">
                <a:off x="5611319" y="38353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9" name="Google Shape;309;p20"/>
              <p:cNvCxnSpPr/>
              <p:nvPr/>
            </p:nvCxnSpPr>
            <p:spPr>
              <a:xfrm rot="-5580000" flipH="1">
                <a:off x="5608540" y="397572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0" name="Google Shape;310;p20"/>
              <p:cNvCxnSpPr/>
              <p:nvPr/>
            </p:nvCxnSpPr>
            <p:spPr>
              <a:xfrm rot="-5700000" flipH="1">
                <a:off x="5605761" y="41160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1" name="Google Shape;311;p20"/>
              <p:cNvCxnSpPr/>
              <p:nvPr/>
            </p:nvCxnSpPr>
            <p:spPr>
              <a:xfrm rot="-5820000" flipH="1">
                <a:off x="5624195" y="425421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2" name="Google Shape;312;p20"/>
              <p:cNvCxnSpPr/>
              <p:nvPr/>
            </p:nvCxnSpPr>
            <p:spPr>
              <a:xfrm rot="-5940000" flipH="1">
                <a:off x="5642629" y="43923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3" name="Google Shape;313;p20"/>
              <p:cNvCxnSpPr/>
              <p:nvPr/>
            </p:nvCxnSpPr>
            <p:spPr>
              <a:xfrm rot="-6120000" flipH="1">
                <a:off x="5654818" y="45363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4" name="Google Shape;314;p20"/>
              <p:cNvCxnSpPr/>
              <p:nvPr/>
            </p:nvCxnSpPr>
            <p:spPr>
              <a:xfrm rot="-6240000" flipH="1">
                <a:off x="5684446" y="467136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5" name="Google Shape;315;p20"/>
              <p:cNvCxnSpPr/>
              <p:nvPr/>
            </p:nvCxnSpPr>
            <p:spPr>
              <a:xfrm rot="-6360000" flipH="1">
                <a:off x="5714074" y="48087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6" name="Google Shape;316;p20"/>
              <p:cNvCxnSpPr/>
              <p:nvPr/>
            </p:nvCxnSpPr>
            <p:spPr>
              <a:xfrm rot="-6480000" flipH="1">
                <a:off x="5748464" y="49484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7" name="Google Shape;317;p20"/>
              <p:cNvCxnSpPr/>
              <p:nvPr/>
            </p:nvCxnSpPr>
            <p:spPr>
              <a:xfrm rot="-6660000" flipH="1">
                <a:off x="5792091" y="507760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8" name="Google Shape;318;p20"/>
              <p:cNvCxnSpPr/>
              <p:nvPr/>
            </p:nvCxnSpPr>
            <p:spPr>
              <a:xfrm rot="-6780000" flipH="1">
                <a:off x="5847441" y="52112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9" name="Google Shape;319;p20"/>
              <p:cNvCxnSpPr/>
              <p:nvPr/>
            </p:nvCxnSpPr>
            <p:spPr>
              <a:xfrm rot="-6900000" flipH="1">
                <a:off x="5900410" y="53424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0" name="Google Shape;320;p20"/>
              <p:cNvCxnSpPr/>
              <p:nvPr/>
            </p:nvCxnSpPr>
            <p:spPr>
              <a:xfrm rot="-7020000" flipH="1">
                <a:off x="5955760" y="547369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321" name="Google Shape;321;p20"/>
          <p:cNvSpPr txBox="1">
            <a:spLocks noGrp="1"/>
          </p:cNvSpPr>
          <p:nvPr>
            <p:ph type="body" idx="1"/>
          </p:nvPr>
        </p:nvSpPr>
        <p:spPr>
          <a:xfrm>
            <a:off x="583251" y="1294596"/>
            <a:ext cx="10862114" cy="12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n w="1270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  <a:solidFill>
                  <a:srgbClr val="E8E1F3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“To identify the Acute brain Infarct location from a given MRI image of the patient’s brain”</a:t>
            </a:r>
            <a:endParaRPr sz="3600" b="1" dirty="0">
              <a:ln w="12700">
                <a:solidFill>
                  <a:schemeClr val="accent5">
                    <a:lumMod val="50000"/>
                  </a:schemeClr>
                </a:solidFill>
                <a:prstDash val="solid"/>
              </a:ln>
              <a:solidFill>
                <a:srgbClr val="E8E1F3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312600" y="3497525"/>
            <a:ext cx="1613700" cy="1342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Organizing</a:t>
            </a:r>
            <a:endParaRPr sz="21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2572300" y="3497550"/>
            <a:ext cx="1949700" cy="1342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Pre-processing</a:t>
            </a:r>
            <a:endParaRPr sz="21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5168000" y="3497550"/>
            <a:ext cx="1711200" cy="1342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CNN Modelling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7478700" y="3497625"/>
            <a:ext cx="2044800" cy="1342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Model Optimizer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10013400" y="3497625"/>
            <a:ext cx="1866000" cy="1342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Inference</a:t>
            </a:r>
            <a:endParaRPr sz="21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 txBox="1"/>
          <p:nvPr/>
        </p:nvSpPr>
        <p:spPr>
          <a:xfrm>
            <a:off x="312600" y="4908075"/>
            <a:ext cx="16137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Location-wise,</a:t>
            </a:r>
            <a:endParaRPr sz="19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Merging </a:t>
            </a:r>
            <a:endParaRPr sz="19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2614150" y="4916325"/>
            <a:ext cx="1866000" cy="12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Cropping,</a:t>
            </a:r>
            <a:endParaRPr sz="19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Resizing, Augmenting </a:t>
            </a:r>
            <a:endParaRPr sz="19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5200399" y="4916325"/>
            <a:ext cx="17112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Keras</a:t>
            </a:r>
            <a:endParaRPr sz="19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7632300" y="4941850"/>
            <a:ext cx="1711200" cy="1152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IR conversion </a:t>
            </a:r>
            <a:endParaRPr sz="19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10014600" y="4950475"/>
            <a:ext cx="17112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novel data prediction</a:t>
            </a:r>
            <a:endParaRPr sz="19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2095225" y="4062625"/>
            <a:ext cx="276600" cy="20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4686025" y="4062625"/>
            <a:ext cx="276600" cy="20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0"/>
          <p:cNvSpPr/>
          <p:nvPr/>
        </p:nvSpPr>
        <p:spPr>
          <a:xfrm>
            <a:off x="7048225" y="4062625"/>
            <a:ext cx="276600" cy="20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9639025" y="4138825"/>
            <a:ext cx="276600" cy="20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2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2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1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1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100"/>
                            </p:stCondLst>
                            <p:childTnLst>
                              <p:par>
                                <p:cTn id="6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21"/>
          <p:cNvGrpSpPr/>
          <p:nvPr/>
        </p:nvGrpSpPr>
        <p:grpSpPr>
          <a:xfrm rot="-332396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342" name="Google Shape;342;p21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490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3" name="Google Shape;343;p21"/>
            <p:cNvGrpSpPr/>
            <p:nvPr/>
          </p:nvGrpSpPr>
          <p:grpSpPr>
            <a:xfrm>
              <a:off x="5516218" y="331504"/>
              <a:ext cx="6675782" cy="5276654"/>
              <a:chOff x="5516218" y="331504"/>
              <a:chExt cx="6675782" cy="5276654"/>
            </a:xfrm>
          </p:grpSpPr>
          <p:cxnSp>
            <p:nvCxnSpPr>
              <p:cNvPr id="344" name="Google Shape;344;p21"/>
              <p:cNvCxnSpPr/>
              <p:nvPr/>
            </p:nvCxnSpPr>
            <p:spPr>
              <a:xfrm flipH="1">
                <a:off x="9266830" y="3315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5" name="Google Shape;345;p21"/>
              <p:cNvCxnSpPr/>
              <p:nvPr/>
            </p:nvCxnSpPr>
            <p:spPr>
              <a:xfrm rot="120000" flipH="1">
                <a:off x="9408861" y="3383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6" name="Google Shape;346;p21"/>
              <p:cNvCxnSpPr/>
              <p:nvPr/>
            </p:nvCxnSpPr>
            <p:spPr>
              <a:xfrm rot="240000" flipH="1">
                <a:off x="9551700" y="34763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7" name="Google Shape;347;p21"/>
              <p:cNvCxnSpPr/>
              <p:nvPr/>
            </p:nvCxnSpPr>
            <p:spPr>
              <a:xfrm rot="360000" flipH="1">
                <a:off x="9688748" y="36808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8" name="Google Shape;348;p21"/>
              <p:cNvCxnSpPr/>
              <p:nvPr/>
            </p:nvCxnSpPr>
            <p:spPr>
              <a:xfrm rot="540000" flipH="1">
                <a:off x="9824866" y="38922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9" name="Google Shape;349;p21"/>
              <p:cNvCxnSpPr/>
              <p:nvPr/>
            </p:nvCxnSpPr>
            <p:spPr>
              <a:xfrm rot="660000" flipH="1">
                <a:off x="9966867" y="41754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0" name="Google Shape;350;p21"/>
              <p:cNvCxnSpPr/>
              <p:nvPr/>
            </p:nvCxnSpPr>
            <p:spPr>
              <a:xfrm rot="780000" flipH="1">
                <a:off x="10104425" y="4458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1" name="Google Shape;351;p21"/>
              <p:cNvCxnSpPr/>
              <p:nvPr/>
            </p:nvCxnSpPr>
            <p:spPr>
              <a:xfrm rot="900000" flipH="1">
                <a:off x="10240513" y="47948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2" name="Google Shape;352;p21"/>
              <p:cNvCxnSpPr/>
              <p:nvPr/>
            </p:nvCxnSpPr>
            <p:spPr>
              <a:xfrm rot="1080000" flipH="1">
                <a:off x="10373882" y="52435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3" name="Google Shape;353;p21"/>
              <p:cNvCxnSpPr/>
              <p:nvPr/>
            </p:nvCxnSpPr>
            <p:spPr>
              <a:xfrm rot="1200000" flipH="1">
                <a:off x="10505632" y="570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4" name="Google Shape;354;p21"/>
              <p:cNvCxnSpPr/>
              <p:nvPr/>
            </p:nvCxnSpPr>
            <p:spPr>
              <a:xfrm rot="1320000" flipH="1">
                <a:off x="10637382" y="62134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5" name="Google Shape;355;p21"/>
              <p:cNvCxnSpPr/>
              <p:nvPr/>
            </p:nvCxnSpPr>
            <p:spPr>
              <a:xfrm rot="1440000" flipH="1">
                <a:off x="10760965" y="69043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6" name="Google Shape;356;p21"/>
              <p:cNvCxnSpPr/>
              <p:nvPr/>
            </p:nvCxnSpPr>
            <p:spPr>
              <a:xfrm rot="1620000" flipH="1">
                <a:off x="10888991" y="755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7" name="Google Shape;357;p21"/>
              <p:cNvCxnSpPr/>
              <p:nvPr/>
            </p:nvCxnSpPr>
            <p:spPr>
              <a:xfrm rot="1740000" flipH="1">
                <a:off x="11010193" y="81974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8" name="Google Shape;358;p21"/>
              <p:cNvCxnSpPr/>
              <p:nvPr/>
            </p:nvCxnSpPr>
            <p:spPr>
              <a:xfrm rot="1860000" flipH="1">
                <a:off x="11129014" y="89566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9" name="Google Shape;359;p21"/>
              <p:cNvCxnSpPr/>
              <p:nvPr/>
            </p:nvCxnSpPr>
            <p:spPr>
              <a:xfrm rot="1980000" flipH="1">
                <a:off x="11249872" y="968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0" name="Google Shape;360;p21"/>
              <p:cNvCxnSpPr/>
              <p:nvPr/>
            </p:nvCxnSpPr>
            <p:spPr>
              <a:xfrm rot="2160000" flipH="1">
                <a:off x="11366875" y="10480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1" name="Google Shape;361;p21"/>
              <p:cNvCxnSpPr/>
              <p:nvPr/>
            </p:nvCxnSpPr>
            <p:spPr>
              <a:xfrm rot="2280000" flipH="1">
                <a:off x="11474058" y="11315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2" name="Google Shape;362;p21"/>
              <p:cNvCxnSpPr/>
              <p:nvPr/>
            </p:nvCxnSpPr>
            <p:spPr>
              <a:xfrm rot="2400000" flipH="1">
                <a:off x="11583303" y="122179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3" name="Google Shape;363;p21"/>
              <p:cNvCxnSpPr/>
              <p:nvPr/>
            </p:nvCxnSpPr>
            <p:spPr>
              <a:xfrm rot="2520000" flipH="1">
                <a:off x="11685344" y="132177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4" name="Google Shape;364;p21"/>
              <p:cNvCxnSpPr/>
              <p:nvPr/>
            </p:nvCxnSpPr>
            <p:spPr>
              <a:xfrm rot="2700000" flipH="1">
                <a:off x="11787704" y="14176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5" name="Google Shape;365;p21"/>
              <p:cNvCxnSpPr/>
              <p:nvPr/>
            </p:nvCxnSpPr>
            <p:spPr>
              <a:xfrm rot="2820000" flipH="1">
                <a:off x="11880859" y="15179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6" name="Google Shape;366;p21"/>
              <p:cNvCxnSpPr/>
              <p:nvPr/>
            </p:nvCxnSpPr>
            <p:spPr>
              <a:xfrm rot="2940000" flipH="1">
                <a:off x="11969252" y="162743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7" name="Google Shape;367;p21"/>
              <p:cNvCxnSpPr/>
              <p:nvPr/>
            </p:nvCxnSpPr>
            <p:spPr>
              <a:xfrm rot="3060000" flipH="1">
                <a:off x="12062016" y="173601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8" name="Google Shape;368;p21"/>
              <p:cNvCxnSpPr/>
              <p:nvPr/>
            </p:nvCxnSpPr>
            <p:spPr>
              <a:xfrm flipH="1">
                <a:off x="12074680" y="1910249"/>
                <a:ext cx="117320" cy="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9" name="Google Shape;369;p21"/>
              <p:cNvCxnSpPr/>
              <p:nvPr/>
            </p:nvCxnSpPr>
            <p:spPr>
              <a:xfrm flipH="1">
                <a:off x="12149943" y="2083594"/>
                <a:ext cx="39676" cy="2143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0" name="Google Shape;370;p21"/>
              <p:cNvCxnSpPr/>
              <p:nvPr/>
            </p:nvCxnSpPr>
            <p:spPr>
              <a:xfrm rot="-180000" flipH="1">
                <a:off x="9127990" y="33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1" name="Google Shape;371;p21"/>
              <p:cNvCxnSpPr/>
              <p:nvPr/>
            </p:nvCxnSpPr>
            <p:spPr>
              <a:xfrm rot="-300000" flipH="1">
                <a:off x="8987576" y="33663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2" name="Google Shape;372;p21"/>
              <p:cNvCxnSpPr/>
              <p:nvPr/>
            </p:nvCxnSpPr>
            <p:spPr>
              <a:xfrm rot="-420000" flipH="1">
                <a:off x="8844859" y="35117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3" name="Google Shape;373;p21"/>
              <p:cNvCxnSpPr/>
              <p:nvPr/>
            </p:nvCxnSpPr>
            <p:spPr>
              <a:xfrm rot="-540000" flipH="1">
                <a:off x="8706904" y="3657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4" name="Google Shape;374;p21"/>
              <p:cNvCxnSpPr/>
              <p:nvPr/>
            </p:nvCxnSpPr>
            <p:spPr>
              <a:xfrm rot="-720000" flipH="1">
                <a:off x="8568008" y="3878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5" name="Google Shape;375;p21"/>
              <p:cNvCxnSpPr/>
              <p:nvPr/>
            </p:nvCxnSpPr>
            <p:spPr>
              <a:xfrm rot="-840000" flipH="1">
                <a:off x="8429112" y="4100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6" name="Google Shape;376;p21"/>
              <p:cNvCxnSpPr/>
              <p:nvPr/>
            </p:nvCxnSpPr>
            <p:spPr>
              <a:xfrm rot="-960000" flipH="1">
                <a:off x="8294968" y="4462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7" name="Google Shape;377;p21"/>
              <p:cNvCxnSpPr/>
              <p:nvPr/>
            </p:nvCxnSpPr>
            <p:spPr>
              <a:xfrm rot="-1080000" flipH="1">
                <a:off x="8160824" y="48237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8" name="Google Shape;378;p21"/>
              <p:cNvCxnSpPr/>
              <p:nvPr/>
            </p:nvCxnSpPr>
            <p:spPr>
              <a:xfrm rot="-1260000" flipH="1">
                <a:off x="8027689" y="53184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9" name="Google Shape;379;p21"/>
              <p:cNvCxnSpPr/>
              <p:nvPr/>
            </p:nvCxnSpPr>
            <p:spPr>
              <a:xfrm rot="-1380000" flipH="1">
                <a:off x="7894554" y="58132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0" name="Google Shape;380;p21"/>
              <p:cNvCxnSpPr/>
              <p:nvPr/>
            </p:nvCxnSpPr>
            <p:spPr>
              <a:xfrm rot="-1500000" flipH="1">
                <a:off x="7761419" y="63079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1" name="Google Shape;381;p21"/>
              <p:cNvCxnSpPr/>
              <p:nvPr/>
            </p:nvCxnSpPr>
            <p:spPr>
              <a:xfrm rot="-1620000" flipH="1">
                <a:off x="7636645" y="6898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2" name="Google Shape;382;p21"/>
              <p:cNvCxnSpPr/>
              <p:nvPr/>
            </p:nvCxnSpPr>
            <p:spPr>
              <a:xfrm rot="-1800000" flipH="1">
                <a:off x="7511871" y="75119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3" name="Google Shape;383;p21"/>
              <p:cNvCxnSpPr/>
              <p:nvPr/>
            </p:nvCxnSpPr>
            <p:spPr>
              <a:xfrm rot="-1920000" flipH="1">
                <a:off x="7387899" y="81977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4" name="Google Shape;384;p21"/>
              <p:cNvCxnSpPr/>
              <p:nvPr/>
            </p:nvCxnSpPr>
            <p:spPr>
              <a:xfrm rot="-2040000" flipH="1">
                <a:off x="7268530" y="8931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5" name="Google Shape;385;p21"/>
              <p:cNvCxnSpPr/>
              <p:nvPr/>
            </p:nvCxnSpPr>
            <p:spPr>
              <a:xfrm rot="-2160000" flipH="1">
                <a:off x="7152030" y="9765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6" name="Google Shape;386;p21"/>
              <p:cNvCxnSpPr/>
              <p:nvPr/>
            </p:nvCxnSpPr>
            <p:spPr>
              <a:xfrm rot="-2340000" flipH="1">
                <a:off x="7041695" y="10600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7" name="Google Shape;387;p21"/>
              <p:cNvCxnSpPr/>
              <p:nvPr/>
            </p:nvCxnSpPr>
            <p:spPr>
              <a:xfrm rot="-2460000" flipH="1">
                <a:off x="6931360" y="114346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8" name="Google Shape;388;p21"/>
              <p:cNvCxnSpPr/>
              <p:nvPr/>
            </p:nvCxnSpPr>
            <p:spPr>
              <a:xfrm rot="-2580000" flipH="1">
                <a:off x="6819070" y="123586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9" name="Google Shape;389;p21"/>
              <p:cNvCxnSpPr/>
              <p:nvPr/>
            </p:nvCxnSpPr>
            <p:spPr>
              <a:xfrm rot="-2700000" flipH="1">
                <a:off x="6721359" y="133274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0" name="Google Shape;390;p21"/>
              <p:cNvCxnSpPr/>
              <p:nvPr/>
            </p:nvCxnSpPr>
            <p:spPr>
              <a:xfrm rot="-2880000" flipH="1">
                <a:off x="6617467" y="1429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1" name="Google Shape;391;p21"/>
              <p:cNvCxnSpPr/>
              <p:nvPr/>
            </p:nvCxnSpPr>
            <p:spPr>
              <a:xfrm rot="-3000000" flipH="1">
                <a:off x="6520032" y="15272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2" name="Google Shape;392;p21"/>
              <p:cNvCxnSpPr/>
              <p:nvPr/>
            </p:nvCxnSpPr>
            <p:spPr>
              <a:xfrm rot="-3120000" flipH="1">
                <a:off x="6429579" y="16416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3" name="Google Shape;393;p21"/>
              <p:cNvCxnSpPr/>
              <p:nvPr/>
            </p:nvCxnSpPr>
            <p:spPr>
              <a:xfrm rot="-3240000" flipH="1">
                <a:off x="6340532" y="1750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4" name="Google Shape;394;p21"/>
              <p:cNvCxnSpPr/>
              <p:nvPr/>
            </p:nvCxnSpPr>
            <p:spPr>
              <a:xfrm rot="-3420000" flipH="1">
                <a:off x="6261757" y="18601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5" name="Google Shape;395;p21"/>
              <p:cNvCxnSpPr/>
              <p:nvPr/>
            </p:nvCxnSpPr>
            <p:spPr>
              <a:xfrm rot="-3540000" flipH="1">
                <a:off x="6184144" y="19796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6" name="Google Shape;396;p21"/>
              <p:cNvCxnSpPr/>
              <p:nvPr/>
            </p:nvCxnSpPr>
            <p:spPr>
              <a:xfrm rot="-3660000" flipH="1">
                <a:off x="6106531" y="20990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7" name="Google Shape;397;p21"/>
              <p:cNvCxnSpPr/>
              <p:nvPr/>
            </p:nvCxnSpPr>
            <p:spPr>
              <a:xfrm rot="-3780000" flipH="1">
                <a:off x="6043206" y="222255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8" name="Google Shape;398;p21"/>
              <p:cNvCxnSpPr/>
              <p:nvPr/>
            </p:nvCxnSpPr>
            <p:spPr>
              <a:xfrm rot="-3960000" flipH="1">
                <a:off x="5978913" y="234430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9" name="Google Shape;399;p21"/>
              <p:cNvCxnSpPr/>
              <p:nvPr/>
            </p:nvCxnSpPr>
            <p:spPr>
              <a:xfrm rot="-4080000" flipH="1">
                <a:off x="5912438" y="24706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0" name="Google Shape;400;p21"/>
              <p:cNvCxnSpPr/>
              <p:nvPr/>
            </p:nvCxnSpPr>
            <p:spPr>
              <a:xfrm rot="-4200000" flipH="1">
                <a:off x="5858875" y="260092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1" name="Google Shape;401;p21"/>
              <p:cNvCxnSpPr/>
              <p:nvPr/>
            </p:nvCxnSpPr>
            <p:spPr>
              <a:xfrm rot="-4320000" flipH="1">
                <a:off x="5808182" y="273404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2" name="Google Shape;402;p21"/>
              <p:cNvCxnSpPr/>
              <p:nvPr/>
            </p:nvCxnSpPr>
            <p:spPr>
              <a:xfrm rot="-4500000" flipH="1">
                <a:off x="5773263" y="28668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3" name="Google Shape;403;p21"/>
              <p:cNvCxnSpPr/>
              <p:nvPr/>
            </p:nvCxnSpPr>
            <p:spPr>
              <a:xfrm rot="-4620000" flipH="1">
                <a:off x="5735963" y="300206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4" name="Google Shape;404;p21"/>
              <p:cNvCxnSpPr/>
              <p:nvPr/>
            </p:nvCxnSpPr>
            <p:spPr>
              <a:xfrm rot="-4740000" flipH="1">
                <a:off x="5700105" y="31389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5" name="Google Shape;405;p21"/>
              <p:cNvCxnSpPr/>
              <p:nvPr/>
            </p:nvCxnSpPr>
            <p:spPr>
              <a:xfrm rot="-4860000" flipH="1">
                <a:off x="5665939" y="327548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6" name="Google Shape;406;p21"/>
              <p:cNvCxnSpPr/>
              <p:nvPr/>
            </p:nvCxnSpPr>
            <p:spPr>
              <a:xfrm rot="-5040000" flipH="1">
                <a:off x="5644476" y="341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7" name="Google Shape;407;p21"/>
              <p:cNvCxnSpPr/>
              <p:nvPr/>
            </p:nvCxnSpPr>
            <p:spPr>
              <a:xfrm rot="-5160000" flipH="1">
                <a:off x="5626530" y="3554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8" name="Google Shape;408;p21"/>
              <p:cNvCxnSpPr/>
              <p:nvPr/>
            </p:nvCxnSpPr>
            <p:spPr>
              <a:xfrm rot="-5280000" flipH="1">
                <a:off x="5616429" y="36918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9" name="Google Shape;409;p21"/>
              <p:cNvCxnSpPr/>
              <p:nvPr/>
            </p:nvCxnSpPr>
            <p:spPr>
              <a:xfrm rot="-5400000" flipH="1">
                <a:off x="5611319" y="38353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0" name="Google Shape;410;p21"/>
              <p:cNvCxnSpPr/>
              <p:nvPr/>
            </p:nvCxnSpPr>
            <p:spPr>
              <a:xfrm rot="-5580000" flipH="1">
                <a:off x="5608540" y="397572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1" name="Google Shape;411;p21"/>
              <p:cNvCxnSpPr/>
              <p:nvPr/>
            </p:nvCxnSpPr>
            <p:spPr>
              <a:xfrm rot="-5700000" flipH="1">
                <a:off x="5605761" y="41160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2" name="Google Shape;412;p21"/>
              <p:cNvCxnSpPr/>
              <p:nvPr/>
            </p:nvCxnSpPr>
            <p:spPr>
              <a:xfrm rot="-5820000" flipH="1">
                <a:off x="5624195" y="425421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3" name="Google Shape;413;p21"/>
              <p:cNvCxnSpPr/>
              <p:nvPr/>
            </p:nvCxnSpPr>
            <p:spPr>
              <a:xfrm rot="-5940000" flipH="1">
                <a:off x="5642629" y="43923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4" name="Google Shape;414;p21"/>
              <p:cNvCxnSpPr/>
              <p:nvPr/>
            </p:nvCxnSpPr>
            <p:spPr>
              <a:xfrm rot="-6120000" flipH="1">
                <a:off x="5654818" y="45363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5" name="Google Shape;415;p21"/>
              <p:cNvCxnSpPr/>
              <p:nvPr/>
            </p:nvCxnSpPr>
            <p:spPr>
              <a:xfrm rot="-6240000" flipH="1">
                <a:off x="5684446" y="467136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6" name="Google Shape;416;p21"/>
              <p:cNvCxnSpPr/>
              <p:nvPr/>
            </p:nvCxnSpPr>
            <p:spPr>
              <a:xfrm rot="-6360000" flipH="1">
                <a:off x="5714074" y="48087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7" name="Google Shape;417;p21"/>
              <p:cNvCxnSpPr/>
              <p:nvPr/>
            </p:nvCxnSpPr>
            <p:spPr>
              <a:xfrm rot="-6480000" flipH="1">
                <a:off x="5748464" y="49484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8" name="Google Shape;418;p21"/>
              <p:cNvCxnSpPr/>
              <p:nvPr/>
            </p:nvCxnSpPr>
            <p:spPr>
              <a:xfrm rot="-6660000" flipH="1">
                <a:off x="5792091" y="507760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9" name="Google Shape;419;p21"/>
              <p:cNvCxnSpPr/>
              <p:nvPr/>
            </p:nvCxnSpPr>
            <p:spPr>
              <a:xfrm rot="-6780000" flipH="1">
                <a:off x="5847441" y="52112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0" name="Google Shape;420;p21"/>
              <p:cNvCxnSpPr/>
              <p:nvPr/>
            </p:nvCxnSpPr>
            <p:spPr>
              <a:xfrm rot="-6900000" flipH="1">
                <a:off x="5900410" y="53424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1" name="Google Shape;421;p21"/>
              <p:cNvCxnSpPr/>
              <p:nvPr/>
            </p:nvCxnSpPr>
            <p:spPr>
              <a:xfrm rot="-7020000" flipH="1">
                <a:off x="5955760" y="547369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422" name="Google Shape;422;p21"/>
          <p:cNvSpPr txBox="1">
            <a:spLocks noGrp="1"/>
          </p:cNvSpPr>
          <p:nvPr>
            <p:ph type="title"/>
          </p:nvPr>
        </p:nvSpPr>
        <p:spPr>
          <a:xfrm>
            <a:off x="2978990" y="-228600"/>
            <a:ext cx="61434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DATA GATHERING</a:t>
            </a:r>
            <a:endParaRPr/>
          </a:p>
        </p:txBody>
      </p:sp>
      <p:grpSp>
        <p:nvGrpSpPr>
          <p:cNvPr id="423" name="Google Shape;423;p21"/>
          <p:cNvGrpSpPr/>
          <p:nvPr/>
        </p:nvGrpSpPr>
        <p:grpSpPr>
          <a:xfrm rot="-6207392">
            <a:off x="7397406" y="-618856"/>
            <a:ext cx="4915057" cy="4271437"/>
            <a:chOff x="5281603" y="104899"/>
            <a:chExt cx="6910397" cy="6005491"/>
          </a:xfrm>
        </p:grpSpPr>
        <p:sp>
          <p:nvSpPr>
            <p:cNvPr id="424" name="Google Shape;424;p21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5" name="Google Shape;425;p21"/>
            <p:cNvGrpSpPr/>
            <p:nvPr/>
          </p:nvGrpSpPr>
          <p:grpSpPr>
            <a:xfrm>
              <a:off x="5516218" y="331504"/>
              <a:ext cx="6675782" cy="5276654"/>
              <a:chOff x="5516218" y="331504"/>
              <a:chExt cx="6675782" cy="5276654"/>
            </a:xfrm>
          </p:grpSpPr>
          <p:cxnSp>
            <p:nvCxnSpPr>
              <p:cNvPr id="426" name="Google Shape;426;p21"/>
              <p:cNvCxnSpPr/>
              <p:nvPr/>
            </p:nvCxnSpPr>
            <p:spPr>
              <a:xfrm flipH="1">
                <a:off x="9266830" y="3315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7" name="Google Shape;427;p21"/>
              <p:cNvCxnSpPr/>
              <p:nvPr/>
            </p:nvCxnSpPr>
            <p:spPr>
              <a:xfrm rot="120000" flipH="1">
                <a:off x="9408861" y="3383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8" name="Google Shape;428;p21"/>
              <p:cNvCxnSpPr/>
              <p:nvPr/>
            </p:nvCxnSpPr>
            <p:spPr>
              <a:xfrm rot="240000" flipH="1">
                <a:off x="9551700" y="34763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9" name="Google Shape;429;p21"/>
              <p:cNvCxnSpPr/>
              <p:nvPr/>
            </p:nvCxnSpPr>
            <p:spPr>
              <a:xfrm rot="360000" flipH="1">
                <a:off x="9688748" y="36808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0" name="Google Shape;430;p21"/>
              <p:cNvCxnSpPr/>
              <p:nvPr/>
            </p:nvCxnSpPr>
            <p:spPr>
              <a:xfrm rot="540000" flipH="1">
                <a:off x="9824866" y="38922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1" name="Google Shape;431;p21"/>
              <p:cNvCxnSpPr/>
              <p:nvPr/>
            </p:nvCxnSpPr>
            <p:spPr>
              <a:xfrm rot="660000" flipH="1">
                <a:off x="9966867" y="41754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2" name="Google Shape;432;p21"/>
              <p:cNvCxnSpPr/>
              <p:nvPr/>
            </p:nvCxnSpPr>
            <p:spPr>
              <a:xfrm rot="780000" flipH="1">
                <a:off x="10104425" y="4458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3" name="Google Shape;433;p21"/>
              <p:cNvCxnSpPr/>
              <p:nvPr/>
            </p:nvCxnSpPr>
            <p:spPr>
              <a:xfrm rot="900000" flipH="1">
                <a:off x="10240513" y="47948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4" name="Google Shape;434;p21"/>
              <p:cNvCxnSpPr/>
              <p:nvPr/>
            </p:nvCxnSpPr>
            <p:spPr>
              <a:xfrm rot="1080000" flipH="1">
                <a:off x="10373882" y="52435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5" name="Google Shape;435;p21"/>
              <p:cNvCxnSpPr/>
              <p:nvPr/>
            </p:nvCxnSpPr>
            <p:spPr>
              <a:xfrm rot="1200000" flipH="1">
                <a:off x="10505632" y="570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6" name="Google Shape;436;p21"/>
              <p:cNvCxnSpPr/>
              <p:nvPr/>
            </p:nvCxnSpPr>
            <p:spPr>
              <a:xfrm rot="1320000" flipH="1">
                <a:off x="10637382" y="62134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7" name="Google Shape;437;p21"/>
              <p:cNvCxnSpPr/>
              <p:nvPr/>
            </p:nvCxnSpPr>
            <p:spPr>
              <a:xfrm rot="1440000" flipH="1">
                <a:off x="10760965" y="69043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8" name="Google Shape;438;p21"/>
              <p:cNvCxnSpPr/>
              <p:nvPr/>
            </p:nvCxnSpPr>
            <p:spPr>
              <a:xfrm rot="1620000" flipH="1">
                <a:off x="10888991" y="755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9" name="Google Shape;439;p21"/>
              <p:cNvCxnSpPr/>
              <p:nvPr/>
            </p:nvCxnSpPr>
            <p:spPr>
              <a:xfrm rot="1740000" flipH="1">
                <a:off x="11010193" y="81974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0" name="Google Shape;440;p21"/>
              <p:cNvCxnSpPr/>
              <p:nvPr/>
            </p:nvCxnSpPr>
            <p:spPr>
              <a:xfrm rot="1860000" flipH="1">
                <a:off x="11129014" y="89566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1" name="Google Shape;441;p21"/>
              <p:cNvCxnSpPr/>
              <p:nvPr/>
            </p:nvCxnSpPr>
            <p:spPr>
              <a:xfrm rot="1980000" flipH="1">
                <a:off x="11249872" y="968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2" name="Google Shape;442;p21"/>
              <p:cNvCxnSpPr/>
              <p:nvPr/>
            </p:nvCxnSpPr>
            <p:spPr>
              <a:xfrm rot="2160000" flipH="1">
                <a:off x="11366875" y="10480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3" name="Google Shape;443;p21"/>
              <p:cNvCxnSpPr/>
              <p:nvPr/>
            </p:nvCxnSpPr>
            <p:spPr>
              <a:xfrm rot="2280000" flipH="1">
                <a:off x="11474058" y="11315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4" name="Google Shape;444;p21"/>
              <p:cNvCxnSpPr/>
              <p:nvPr/>
            </p:nvCxnSpPr>
            <p:spPr>
              <a:xfrm rot="2400000" flipH="1">
                <a:off x="11583303" y="122179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5" name="Google Shape;445;p21"/>
              <p:cNvCxnSpPr/>
              <p:nvPr/>
            </p:nvCxnSpPr>
            <p:spPr>
              <a:xfrm rot="2520000" flipH="1">
                <a:off x="11685344" y="132177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6" name="Google Shape;446;p21"/>
              <p:cNvCxnSpPr/>
              <p:nvPr/>
            </p:nvCxnSpPr>
            <p:spPr>
              <a:xfrm rot="2700000" flipH="1">
                <a:off x="11787704" y="14176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7" name="Google Shape;447;p21"/>
              <p:cNvCxnSpPr/>
              <p:nvPr/>
            </p:nvCxnSpPr>
            <p:spPr>
              <a:xfrm rot="2820000" flipH="1">
                <a:off x="11880859" y="15179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8" name="Google Shape;448;p21"/>
              <p:cNvCxnSpPr/>
              <p:nvPr/>
            </p:nvCxnSpPr>
            <p:spPr>
              <a:xfrm rot="2940000" flipH="1">
                <a:off x="11969252" y="162743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9" name="Google Shape;449;p21"/>
              <p:cNvCxnSpPr/>
              <p:nvPr/>
            </p:nvCxnSpPr>
            <p:spPr>
              <a:xfrm rot="3060000" flipH="1">
                <a:off x="12062016" y="173601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0" name="Google Shape;450;p21"/>
              <p:cNvCxnSpPr/>
              <p:nvPr/>
            </p:nvCxnSpPr>
            <p:spPr>
              <a:xfrm flipH="1">
                <a:off x="12074680" y="1910249"/>
                <a:ext cx="117320" cy="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1" name="Google Shape;451;p21"/>
              <p:cNvCxnSpPr/>
              <p:nvPr/>
            </p:nvCxnSpPr>
            <p:spPr>
              <a:xfrm flipH="1">
                <a:off x="12149943" y="2083594"/>
                <a:ext cx="39676" cy="2143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2" name="Google Shape;452;p21"/>
              <p:cNvCxnSpPr/>
              <p:nvPr/>
            </p:nvCxnSpPr>
            <p:spPr>
              <a:xfrm rot="-180000" flipH="1">
                <a:off x="9127990" y="33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3" name="Google Shape;453;p21"/>
              <p:cNvCxnSpPr/>
              <p:nvPr/>
            </p:nvCxnSpPr>
            <p:spPr>
              <a:xfrm rot="-300000" flipH="1">
                <a:off x="8987576" y="33663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4" name="Google Shape;454;p21"/>
              <p:cNvCxnSpPr/>
              <p:nvPr/>
            </p:nvCxnSpPr>
            <p:spPr>
              <a:xfrm rot="-420000" flipH="1">
                <a:off x="8844859" y="35117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5" name="Google Shape;455;p21"/>
              <p:cNvCxnSpPr/>
              <p:nvPr/>
            </p:nvCxnSpPr>
            <p:spPr>
              <a:xfrm rot="-540000" flipH="1">
                <a:off x="8706904" y="3657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6" name="Google Shape;456;p21"/>
              <p:cNvCxnSpPr/>
              <p:nvPr/>
            </p:nvCxnSpPr>
            <p:spPr>
              <a:xfrm rot="-720000" flipH="1">
                <a:off x="8568008" y="3878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7" name="Google Shape;457;p21"/>
              <p:cNvCxnSpPr/>
              <p:nvPr/>
            </p:nvCxnSpPr>
            <p:spPr>
              <a:xfrm rot="-840000" flipH="1">
                <a:off x="8429112" y="4100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8" name="Google Shape;458;p21"/>
              <p:cNvCxnSpPr/>
              <p:nvPr/>
            </p:nvCxnSpPr>
            <p:spPr>
              <a:xfrm rot="-960000" flipH="1">
                <a:off x="8294968" y="4462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9" name="Google Shape;459;p21"/>
              <p:cNvCxnSpPr/>
              <p:nvPr/>
            </p:nvCxnSpPr>
            <p:spPr>
              <a:xfrm rot="-1080000" flipH="1">
                <a:off x="8160824" y="48237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0" name="Google Shape;460;p21"/>
              <p:cNvCxnSpPr/>
              <p:nvPr/>
            </p:nvCxnSpPr>
            <p:spPr>
              <a:xfrm rot="-1260000" flipH="1">
                <a:off x="8027689" y="53184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1" name="Google Shape;461;p21"/>
              <p:cNvCxnSpPr/>
              <p:nvPr/>
            </p:nvCxnSpPr>
            <p:spPr>
              <a:xfrm rot="-1380000" flipH="1">
                <a:off x="7894554" y="58132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2" name="Google Shape;462;p21"/>
              <p:cNvCxnSpPr/>
              <p:nvPr/>
            </p:nvCxnSpPr>
            <p:spPr>
              <a:xfrm rot="-1500000" flipH="1">
                <a:off x="7761419" y="63079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3" name="Google Shape;463;p21"/>
              <p:cNvCxnSpPr/>
              <p:nvPr/>
            </p:nvCxnSpPr>
            <p:spPr>
              <a:xfrm rot="-1620000" flipH="1">
                <a:off x="7636645" y="6898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4" name="Google Shape;464;p21"/>
              <p:cNvCxnSpPr/>
              <p:nvPr/>
            </p:nvCxnSpPr>
            <p:spPr>
              <a:xfrm rot="-1800000" flipH="1">
                <a:off x="7511871" y="75119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5" name="Google Shape;465;p21"/>
              <p:cNvCxnSpPr/>
              <p:nvPr/>
            </p:nvCxnSpPr>
            <p:spPr>
              <a:xfrm rot="-1920000" flipH="1">
                <a:off x="7387899" y="81977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6" name="Google Shape;466;p21"/>
              <p:cNvCxnSpPr/>
              <p:nvPr/>
            </p:nvCxnSpPr>
            <p:spPr>
              <a:xfrm rot="-2040000" flipH="1">
                <a:off x="7268530" y="8931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7" name="Google Shape;467;p21"/>
              <p:cNvCxnSpPr/>
              <p:nvPr/>
            </p:nvCxnSpPr>
            <p:spPr>
              <a:xfrm rot="-2160000" flipH="1">
                <a:off x="7152030" y="9765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8" name="Google Shape;468;p21"/>
              <p:cNvCxnSpPr/>
              <p:nvPr/>
            </p:nvCxnSpPr>
            <p:spPr>
              <a:xfrm rot="-2340000" flipH="1">
                <a:off x="7041695" y="10600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9" name="Google Shape;469;p21"/>
              <p:cNvCxnSpPr/>
              <p:nvPr/>
            </p:nvCxnSpPr>
            <p:spPr>
              <a:xfrm rot="-2460000" flipH="1">
                <a:off x="6931360" y="114346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0" name="Google Shape;470;p21"/>
              <p:cNvCxnSpPr/>
              <p:nvPr/>
            </p:nvCxnSpPr>
            <p:spPr>
              <a:xfrm rot="-2580000" flipH="1">
                <a:off x="6819070" y="123586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1" name="Google Shape;471;p21"/>
              <p:cNvCxnSpPr/>
              <p:nvPr/>
            </p:nvCxnSpPr>
            <p:spPr>
              <a:xfrm rot="-2700000" flipH="1">
                <a:off x="6721359" y="133274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2" name="Google Shape;472;p21"/>
              <p:cNvCxnSpPr/>
              <p:nvPr/>
            </p:nvCxnSpPr>
            <p:spPr>
              <a:xfrm rot="-2880000" flipH="1">
                <a:off x="6617467" y="1429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3" name="Google Shape;473;p21"/>
              <p:cNvCxnSpPr/>
              <p:nvPr/>
            </p:nvCxnSpPr>
            <p:spPr>
              <a:xfrm rot="-3000000" flipH="1">
                <a:off x="6520032" y="15272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4" name="Google Shape;474;p21"/>
              <p:cNvCxnSpPr/>
              <p:nvPr/>
            </p:nvCxnSpPr>
            <p:spPr>
              <a:xfrm rot="-3120000" flipH="1">
                <a:off x="6429579" y="16416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5" name="Google Shape;475;p21"/>
              <p:cNvCxnSpPr/>
              <p:nvPr/>
            </p:nvCxnSpPr>
            <p:spPr>
              <a:xfrm rot="-3240000" flipH="1">
                <a:off x="6340532" y="1750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6" name="Google Shape;476;p21"/>
              <p:cNvCxnSpPr/>
              <p:nvPr/>
            </p:nvCxnSpPr>
            <p:spPr>
              <a:xfrm rot="-3420000" flipH="1">
                <a:off x="6261757" y="18601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7" name="Google Shape;477;p21"/>
              <p:cNvCxnSpPr/>
              <p:nvPr/>
            </p:nvCxnSpPr>
            <p:spPr>
              <a:xfrm rot="-3540000" flipH="1">
                <a:off x="6184144" y="19796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8" name="Google Shape;478;p21"/>
              <p:cNvCxnSpPr/>
              <p:nvPr/>
            </p:nvCxnSpPr>
            <p:spPr>
              <a:xfrm rot="-3660000" flipH="1">
                <a:off x="6106531" y="20990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9" name="Google Shape;479;p21"/>
              <p:cNvCxnSpPr/>
              <p:nvPr/>
            </p:nvCxnSpPr>
            <p:spPr>
              <a:xfrm rot="-3780000" flipH="1">
                <a:off x="6043206" y="222255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0" name="Google Shape;480;p21"/>
              <p:cNvCxnSpPr/>
              <p:nvPr/>
            </p:nvCxnSpPr>
            <p:spPr>
              <a:xfrm rot="-3960000" flipH="1">
                <a:off x="5978913" y="234430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1" name="Google Shape;481;p21"/>
              <p:cNvCxnSpPr/>
              <p:nvPr/>
            </p:nvCxnSpPr>
            <p:spPr>
              <a:xfrm rot="-4080000" flipH="1">
                <a:off x="5912438" y="24706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2" name="Google Shape;482;p21"/>
              <p:cNvCxnSpPr/>
              <p:nvPr/>
            </p:nvCxnSpPr>
            <p:spPr>
              <a:xfrm rot="-4200000" flipH="1">
                <a:off x="5858875" y="260092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3" name="Google Shape;483;p21"/>
              <p:cNvCxnSpPr/>
              <p:nvPr/>
            </p:nvCxnSpPr>
            <p:spPr>
              <a:xfrm rot="-4320000" flipH="1">
                <a:off x="5808182" y="273404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4" name="Google Shape;484;p21"/>
              <p:cNvCxnSpPr/>
              <p:nvPr/>
            </p:nvCxnSpPr>
            <p:spPr>
              <a:xfrm rot="-4500000" flipH="1">
                <a:off x="5773263" y="28668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5" name="Google Shape;485;p21"/>
              <p:cNvCxnSpPr/>
              <p:nvPr/>
            </p:nvCxnSpPr>
            <p:spPr>
              <a:xfrm rot="-4620000" flipH="1">
                <a:off x="5735963" y="300206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6" name="Google Shape;486;p21"/>
              <p:cNvCxnSpPr/>
              <p:nvPr/>
            </p:nvCxnSpPr>
            <p:spPr>
              <a:xfrm rot="-4740000" flipH="1">
                <a:off x="5700105" y="31389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7" name="Google Shape;487;p21"/>
              <p:cNvCxnSpPr/>
              <p:nvPr/>
            </p:nvCxnSpPr>
            <p:spPr>
              <a:xfrm rot="-4860000" flipH="1">
                <a:off x="5665939" y="327548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8" name="Google Shape;488;p21"/>
              <p:cNvCxnSpPr/>
              <p:nvPr/>
            </p:nvCxnSpPr>
            <p:spPr>
              <a:xfrm rot="-5040000" flipH="1">
                <a:off x="5644476" y="341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9" name="Google Shape;489;p21"/>
              <p:cNvCxnSpPr/>
              <p:nvPr/>
            </p:nvCxnSpPr>
            <p:spPr>
              <a:xfrm rot="-5160000" flipH="1">
                <a:off x="5626530" y="3554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0" name="Google Shape;490;p21"/>
              <p:cNvCxnSpPr/>
              <p:nvPr/>
            </p:nvCxnSpPr>
            <p:spPr>
              <a:xfrm rot="-5280000" flipH="1">
                <a:off x="5616429" y="36918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1" name="Google Shape;491;p21"/>
              <p:cNvCxnSpPr/>
              <p:nvPr/>
            </p:nvCxnSpPr>
            <p:spPr>
              <a:xfrm rot="-5400000" flipH="1">
                <a:off x="5611319" y="38353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2" name="Google Shape;492;p21"/>
              <p:cNvCxnSpPr/>
              <p:nvPr/>
            </p:nvCxnSpPr>
            <p:spPr>
              <a:xfrm rot="-5580000" flipH="1">
                <a:off x="5608540" y="397572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3" name="Google Shape;493;p21"/>
              <p:cNvCxnSpPr/>
              <p:nvPr/>
            </p:nvCxnSpPr>
            <p:spPr>
              <a:xfrm rot="-5700000" flipH="1">
                <a:off x="5605761" y="41160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4" name="Google Shape;494;p21"/>
              <p:cNvCxnSpPr/>
              <p:nvPr/>
            </p:nvCxnSpPr>
            <p:spPr>
              <a:xfrm rot="-5820000" flipH="1">
                <a:off x="5624195" y="425421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5" name="Google Shape;495;p21"/>
              <p:cNvCxnSpPr/>
              <p:nvPr/>
            </p:nvCxnSpPr>
            <p:spPr>
              <a:xfrm rot="-5940000" flipH="1">
                <a:off x="5642629" y="43923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6" name="Google Shape;496;p21"/>
              <p:cNvCxnSpPr/>
              <p:nvPr/>
            </p:nvCxnSpPr>
            <p:spPr>
              <a:xfrm rot="-6120000" flipH="1">
                <a:off x="5654818" y="45363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7" name="Google Shape;497;p21"/>
              <p:cNvCxnSpPr/>
              <p:nvPr/>
            </p:nvCxnSpPr>
            <p:spPr>
              <a:xfrm rot="-6240000" flipH="1">
                <a:off x="5684446" y="467136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8" name="Google Shape;498;p21"/>
              <p:cNvCxnSpPr/>
              <p:nvPr/>
            </p:nvCxnSpPr>
            <p:spPr>
              <a:xfrm rot="-6360000" flipH="1">
                <a:off x="5714074" y="48087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9" name="Google Shape;499;p21"/>
              <p:cNvCxnSpPr/>
              <p:nvPr/>
            </p:nvCxnSpPr>
            <p:spPr>
              <a:xfrm rot="-6480000" flipH="1">
                <a:off x="5748464" y="49484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0" name="Google Shape;500;p21"/>
              <p:cNvCxnSpPr/>
              <p:nvPr/>
            </p:nvCxnSpPr>
            <p:spPr>
              <a:xfrm rot="-6660000" flipH="1">
                <a:off x="5792091" y="507760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1" name="Google Shape;501;p21"/>
              <p:cNvCxnSpPr/>
              <p:nvPr/>
            </p:nvCxnSpPr>
            <p:spPr>
              <a:xfrm rot="-6780000" flipH="1">
                <a:off x="5847441" y="52112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2" name="Google Shape;502;p21"/>
              <p:cNvCxnSpPr/>
              <p:nvPr/>
            </p:nvCxnSpPr>
            <p:spPr>
              <a:xfrm rot="-6900000" flipH="1">
                <a:off x="5900410" y="53424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3" name="Google Shape;503;p21"/>
              <p:cNvCxnSpPr/>
              <p:nvPr/>
            </p:nvCxnSpPr>
            <p:spPr>
              <a:xfrm rot="-7020000" flipH="1">
                <a:off x="5955760" y="547369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504" name="Google Shape;504;p21"/>
          <p:cNvSpPr txBox="1">
            <a:spLocks noGrp="1"/>
          </p:cNvSpPr>
          <p:nvPr>
            <p:ph type="body" idx="1"/>
          </p:nvPr>
        </p:nvSpPr>
        <p:spPr>
          <a:xfrm>
            <a:off x="16500" y="901175"/>
            <a:ext cx="12192000" cy="25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Dataset with </a:t>
            </a:r>
            <a:r>
              <a:rPr lang="en-US" sz="2400" b="1" dirty="0">
                <a:solidFill>
                  <a:srgbClr val="FFFF00"/>
                </a:solidFill>
              </a:rPr>
              <a:t>50 cases</a:t>
            </a:r>
            <a:r>
              <a:rPr lang="en-US" sz="2400" b="1" dirty="0"/>
              <a:t> </a:t>
            </a:r>
            <a:r>
              <a:rPr lang="en-US" sz="2400" dirty="0"/>
              <a:t>(ADC, FLAIR and DWI) &amp; </a:t>
            </a:r>
            <a:r>
              <a:rPr lang="en-US" sz="2400" b="1" dirty="0">
                <a:solidFill>
                  <a:srgbClr val="FFFF00"/>
                </a:solidFill>
              </a:rPr>
              <a:t>PDF</a:t>
            </a:r>
            <a:r>
              <a:rPr lang="en-US" sz="2400" dirty="0"/>
              <a:t> with location of the acute infarcts</a:t>
            </a:r>
            <a:endParaRPr sz="2400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Organized data - </a:t>
            </a:r>
            <a:r>
              <a:rPr lang="en-US" sz="2400" b="1" dirty="0">
                <a:solidFill>
                  <a:srgbClr val="FFFF00"/>
                </a:solidFill>
              </a:rPr>
              <a:t>“CLEANED_DATA”</a:t>
            </a:r>
            <a:r>
              <a:rPr lang="en-US" sz="2400" dirty="0"/>
              <a:t> folder          </a:t>
            </a:r>
            <a:endParaRPr sz="2400" dirty="0"/>
          </a:p>
          <a:p>
            <a:pPr marL="2743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00"/>
                </a:solidFill>
              </a:rPr>
              <a:t>Subfolders (46)</a:t>
            </a:r>
            <a:r>
              <a:rPr lang="en-US" sz="2400" dirty="0"/>
              <a:t> - named as infarct location</a:t>
            </a:r>
            <a:endParaRPr sz="2400" b="1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 dirty="0">
                <a:solidFill>
                  <a:srgbClr val="FFFF00"/>
                </a:solidFill>
              </a:rPr>
              <a:t>Merging</a:t>
            </a:r>
            <a:r>
              <a:rPr lang="en-US" sz="2400" b="1" dirty="0"/>
              <a:t> similar location classes  </a:t>
            </a:r>
            <a:r>
              <a:rPr lang="en-US" sz="2400" b="1" dirty="0">
                <a:solidFill>
                  <a:srgbClr val="FFFF00"/>
                </a:solidFill>
              </a:rPr>
              <a:t>(36)</a:t>
            </a:r>
            <a:r>
              <a:rPr lang="en-US" sz="2400" dirty="0"/>
              <a:t> </a:t>
            </a:r>
            <a:r>
              <a:rPr lang="en-US" sz="2400" b="1" dirty="0"/>
              <a:t>- </a:t>
            </a:r>
            <a:r>
              <a:rPr lang="en-US" sz="2400" dirty="0"/>
              <a:t>To reduce no. of output classes </a:t>
            </a:r>
            <a:endParaRPr sz="24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Only </a:t>
            </a:r>
            <a:r>
              <a:rPr lang="en-US" sz="2400" b="1" dirty="0">
                <a:solidFill>
                  <a:srgbClr val="FFFF00"/>
                </a:solidFill>
              </a:rPr>
              <a:t>DWI (Diffusion-Weighted Imaging) </a:t>
            </a:r>
            <a:r>
              <a:rPr lang="en-US" sz="2400" dirty="0"/>
              <a:t>used - sensitive to </a:t>
            </a:r>
            <a:r>
              <a:rPr lang="en-US" sz="2400" b="1" dirty="0"/>
              <a:t>acute stroke </a:t>
            </a:r>
            <a:r>
              <a:rPr lang="en-US" sz="2400" b="1" dirty="0">
                <a:solidFill>
                  <a:srgbClr val="FFFF00"/>
                </a:solidFill>
              </a:rPr>
              <a:t>(water movements) </a:t>
            </a:r>
            <a:endParaRPr sz="2400" dirty="0">
              <a:solidFill>
                <a:srgbClr val="FFFF00"/>
              </a:solidFill>
            </a:endParaRPr>
          </a:p>
        </p:txBody>
      </p:sp>
      <p:pic>
        <p:nvPicPr>
          <p:cNvPr id="505" name="Google Shape;505;p21"/>
          <p:cNvPicPr preferRelativeResize="0"/>
          <p:nvPr/>
        </p:nvPicPr>
        <p:blipFill rotWithShape="1">
          <a:blip r:embed="rId4">
            <a:alphaModFix/>
          </a:blip>
          <a:srcRect l="39103" t="52767" r="1433"/>
          <a:stretch/>
        </p:blipFill>
        <p:spPr>
          <a:xfrm>
            <a:off x="134625" y="4048250"/>
            <a:ext cx="2844377" cy="121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2475" y="4048250"/>
            <a:ext cx="2459275" cy="268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21"/>
          <p:cNvPicPr preferRelativeResize="0"/>
          <p:nvPr/>
        </p:nvPicPr>
        <p:blipFill rotWithShape="1">
          <a:blip r:embed="rId6">
            <a:alphaModFix/>
          </a:blip>
          <a:srcRect l="2075" b="74610"/>
          <a:stretch/>
        </p:blipFill>
        <p:spPr>
          <a:xfrm>
            <a:off x="134625" y="5514550"/>
            <a:ext cx="2844375" cy="121367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1"/>
          <p:cNvSpPr/>
          <p:nvPr/>
        </p:nvSpPr>
        <p:spPr>
          <a:xfrm>
            <a:off x="4801421" y="4740970"/>
            <a:ext cx="295143" cy="329760"/>
          </a:xfrm>
          <a:prstGeom prst="ellipse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1"/>
          <p:cNvSpPr/>
          <p:nvPr/>
        </p:nvSpPr>
        <p:spPr>
          <a:xfrm rot="5400000">
            <a:off x="2869750" y="1774525"/>
            <a:ext cx="265500" cy="27870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1"/>
          <p:cNvSpPr/>
          <p:nvPr/>
        </p:nvSpPr>
        <p:spPr>
          <a:xfrm rot="10800000">
            <a:off x="5852800" y="5033700"/>
            <a:ext cx="873600" cy="3378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1"/>
          <p:cNvSpPr txBox="1"/>
          <p:nvPr/>
        </p:nvSpPr>
        <p:spPr>
          <a:xfrm>
            <a:off x="5715000" y="5381017"/>
            <a:ext cx="1131814" cy="70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36 classes</a:t>
            </a:r>
            <a:endParaRPr sz="17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8" name="Google Shape;518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77913" y="5634830"/>
            <a:ext cx="2145775" cy="188484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1"/>
          <p:cNvSpPr txBox="1"/>
          <p:nvPr/>
        </p:nvSpPr>
        <p:spPr>
          <a:xfrm>
            <a:off x="569374" y="2716468"/>
            <a:ext cx="10675811" cy="565200"/>
          </a:xfrm>
          <a:prstGeom prst="rect">
            <a:avLst/>
          </a:prstGeom>
          <a:solidFill>
            <a:srgbClr val="000000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‘Lacunar infarct in </a:t>
            </a:r>
            <a:r>
              <a:rPr lang="en-US" sz="2400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right parietal lobe</a:t>
            </a:r>
            <a:r>
              <a:rPr lang="en-US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’ + ‘</a:t>
            </a:r>
            <a:r>
              <a:rPr lang="en-US" sz="2400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Right parietal lobe</a:t>
            </a:r>
            <a:r>
              <a:rPr lang="en-US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’ = ‘</a:t>
            </a:r>
            <a:r>
              <a:rPr lang="en-US" sz="2400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Right parietal lobe</a:t>
            </a:r>
            <a:r>
              <a:rPr lang="en-US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endParaRPr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F5793E-E476-4ED7-BF6B-9B13D1C7B3C5}"/>
              </a:ext>
            </a:extLst>
          </p:cNvPr>
          <p:cNvSpPr/>
          <p:nvPr/>
        </p:nvSpPr>
        <p:spPr>
          <a:xfrm>
            <a:off x="5764223" y="4610303"/>
            <a:ext cx="10711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46 classes 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C9021B-BD9A-4771-B9DE-D8A15E4B680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2184" b="-7404"/>
          <a:stretch/>
        </p:blipFill>
        <p:spPr>
          <a:xfrm>
            <a:off x="6977004" y="4179753"/>
            <a:ext cx="2147118" cy="1522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6B14FE-4379-4B09-8C47-93CBBF97667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12284"/>
          <a:stretch/>
        </p:blipFill>
        <p:spPr>
          <a:xfrm>
            <a:off x="6977004" y="4323871"/>
            <a:ext cx="2143948" cy="13384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EB6E4F-3040-4715-8C30-423C27AF45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4065" y="4326204"/>
            <a:ext cx="2774537" cy="144857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55C284A-D3B4-499D-885B-D6DE26218822}"/>
              </a:ext>
            </a:extLst>
          </p:cNvPr>
          <p:cNvGrpSpPr/>
          <p:nvPr/>
        </p:nvGrpSpPr>
        <p:grpSpPr>
          <a:xfrm>
            <a:off x="6014949" y="6126778"/>
            <a:ext cx="5987798" cy="465461"/>
            <a:chOff x="6014949" y="6126778"/>
            <a:chExt cx="5987798" cy="46546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03E1B6C-2A85-4777-A436-A6E1F515A6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t="1" r="7210" b="12312"/>
            <a:stretch/>
          </p:blipFill>
          <p:spPr>
            <a:xfrm>
              <a:off x="6014949" y="6126778"/>
              <a:ext cx="5980867" cy="21716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561E220-3969-44C7-B21D-C01746D951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r="6935" b="-12133"/>
            <a:stretch/>
          </p:blipFill>
          <p:spPr>
            <a:xfrm>
              <a:off x="6021880" y="6338451"/>
              <a:ext cx="5980867" cy="253788"/>
            </a:xfrm>
            <a:prstGeom prst="rect">
              <a:avLst/>
            </a:prstGeom>
          </p:spPr>
        </p:pic>
      </p:grpSp>
      <p:sp>
        <p:nvSpPr>
          <p:cNvPr id="194" name="Google Shape;512;p21">
            <a:extLst>
              <a:ext uri="{FF2B5EF4-FFF2-40B4-BE49-F238E27FC236}">
                <a16:creationId xmlns:a16="http://schemas.microsoft.com/office/drawing/2014/main" id="{CD4C9326-FA64-401D-9F10-D0C6851DD363}"/>
              </a:ext>
            </a:extLst>
          </p:cNvPr>
          <p:cNvSpPr/>
          <p:nvPr/>
        </p:nvSpPr>
        <p:spPr>
          <a:xfrm>
            <a:off x="9702098" y="4849302"/>
            <a:ext cx="295143" cy="329760"/>
          </a:xfrm>
          <a:prstGeom prst="ellipse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512;p21">
            <a:extLst>
              <a:ext uri="{FF2B5EF4-FFF2-40B4-BE49-F238E27FC236}">
                <a16:creationId xmlns:a16="http://schemas.microsoft.com/office/drawing/2014/main" id="{BE92D964-3E9D-4493-9730-C2DFFDEFA2C6}"/>
              </a:ext>
            </a:extLst>
          </p:cNvPr>
          <p:cNvSpPr/>
          <p:nvPr/>
        </p:nvSpPr>
        <p:spPr>
          <a:xfrm>
            <a:off x="11007864" y="4868820"/>
            <a:ext cx="295143" cy="329760"/>
          </a:xfrm>
          <a:prstGeom prst="ellipse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5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5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5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5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5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" grpId="0" animBg="1"/>
      <p:bldP spid="514" grpId="0" animBg="1"/>
      <p:bldP spid="515" grpId="0"/>
      <p:bldP spid="519" grpId="0" animBg="1"/>
      <p:bldP spid="194" grpId="0" animBg="1"/>
      <p:bldP spid="19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2"/>
          <p:cNvSpPr txBox="1">
            <a:spLocks noGrp="1"/>
          </p:cNvSpPr>
          <p:nvPr>
            <p:ph type="title"/>
          </p:nvPr>
        </p:nvSpPr>
        <p:spPr>
          <a:xfrm>
            <a:off x="872982" y="152400"/>
            <a:ext cx="10508379" cy="7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dirty="0"/>
              <a:t>DATA PRE-PROCESSING &amp; AUGMENTATION</a:t>
            </a:r>
            <a:endParaRPr dirty="0"/>
          </a:p>
        </p:txBody>
      </p:sp>
      <p:grpSp>
        <p:nvGrpSpPr>
          <p:cNvPr id="526" name="Google Shape;526;p22"/>
          <p:cNvGrpSpPr/>
          <p:nvPr/>
        </p:nvGrpSpPr>
        <p:grpSpPr>
          <a:xfrm rot="-332396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527" name="Google Shape;527;p22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490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8" name="Google Shape;528;p22"/>
            <p:cNvGrpSpPr/>
            <p:nvPr/>
          </p:nvGrpSpPr>
          <p:grpSpPr>
            <a:xfrm>
              <a:off x="5516218" y="331504"/>
              <a:ext cx="6675782" cy="5276654"/>
              <a:chOff x="5516218" y="331504"/>
              <a:chExt cx="6675782" cy="5276654"/>
            </a:xfrm>
          </p:grpSpPr>
          <p:cxnSp>
            <p:nvCxnSpPr>
              <p:cNvPr id="529" name="Google Shape;529;p22"/>
              <p:cNvCxnSpPr/>
              <p:nvPr/>
            </p:nvCxnSpPr>
            <p:spPr>
              <a:xfrm flipH="1">
                <a:off x="9266830" y="3315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0" name="Google Shape;530;p22"/>
              <p:cNvCxnSpPr/>
              <p:nvPr/>
            </p:nvCxnSpPr>
            <p:spPr>
              <a:xfrm rot="120000" flipH="1">
                <a:off x="9408861" y="3383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1" name="Google Shape;531;p22"/>
              <p:cNvCxnSpPr/>
              <p:nvPr/>
            </p:nvCxnSpPr>
            <p:spPr>
              <a:xfrm rot="240000" flipH="1">
                <a:off x="9551700" y="34763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2" name="Google Shape;532;p22"/>
              <p:cNvCxnSpPr/>
              <p:nvPr/>
            </p:nvCxnSpPr>
            <p:spPr>
              <a:xfrm rot="360000" flipH="1">
                <a:off x="9688748" y="36808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3" name="Google Shape;533;p22"/>
              <p:cNvCxnSpPr/>
              <p:nvPr/>
            </p:nvCxnSpPr>
            <p:spPr>
              <a:xfrm rot="540000" flipH="1">
                <a:off x="9824866" y="38922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4" name="Google Shape;534;p22"/>
              <p:cNvCxnSpPr/>
              <p:nvPr/>
            </p:nvCxnSpPr>
            <p:spPr>
              <a:xfrm rot="660000" flipH="1">
                <a:off x="9966867" y="41754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5" name="Google Shape;535;p22"/>
              <p:cNvCxnSpPr/>
              <p:nvPr/>
            </p:nvCxnSpPr>
            <p:spPr>
              <a:xfrm rot="780000" flipH="1">
                <a:off x="10104425" y="4458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6" name="Google Shape;536;p22"/>
              <p:cNvCxnSpPr/>
              <p:nvPr/>
            </p:nvCxnSpPr>
            <p:spPr>
              <a:xfrm rot="900000" flipH="1">
                <a:off x="10240513" y="47948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7" name="Google Shape;537;p22"/>
              <p:cNvCxnSpPr/>
              <p:nvPr/>
            </p:nvCxnSpPr>
            <p:spPr>
              <a:xfrm rot="1080000" flipH="1">
                <a:off x="10373882" y="52435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8" name="Google Shape;538;p22"/>
              <p:cNvCxnSpPr/>
              <p:nvPr/>
            </p:nvCxnSpPr>
            <p:spPr>
              <a:xfrm rot="1200000" flipH="1">
                <a:off x="10505632" y="570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9" name="Google Shape;539;p22"/>
              <p:cNvCxnSpPr/>
              <p:nvPr/>
            </p:nvCxnSpPr>
            <p:spPr>
              <a:xfrm rot="1320000" flipH="1">
                <a:off x="10637382" y="62134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0" name="Google Shape;540;p22"/>
              <p:cNvCxnSpPr/>
              <p:nvPr/>
            </p:nvCxnSpPr>
            <p:spPr>
              <a:xfrm rot="1440000" flipH="1">
                <a:off x="10760965" y="69043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1" name="Google Shape;541;p22"/>
              <p:cNvCxnSpPr/>
              <p:nvPr/>
            </p:nvCxnSpPr>
            <p:spPr>
              <a:xfrm rot="1620000" flipH="1">
                <a:off x="10888991" y="755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2" name="Google Shape;542;p22"/>
              <p:cNvCxnSpPr/>
              <p:nvPr/>
            </p:nvCxnSpPr>
            <p:spPr>
              <a:xfrm rot="1740000" flipH="1">
                <a:off x="11010193" y="81974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3" name="Google Shape;543;p22"/>
              <p:cNvCxnSpPr/>
              <p:nvPr/>
            </p:nvCxnSpPr>
            <p:spPr>
              <a:xfrm rot="1860000" flipH="1">
                <a:off x="11129014" y="89566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4" name="Google Shape;544;p22"/>
              <p:cNvCxnSpPr/>
              <p:nvPr/>
            </p:nvCxnSpPr>
            <p:spPr>
              <a:xfrm rot="1980000" flipH="1">
                <a:off x="11249872" y="968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5" name="Google Shape;545;p22"/>
              <p:cNvCxnSpPr/>
              <p:nvPr/>
            </p:nvCxnSpPr>
            <p:spPr>
              <a:xfrm rot="2160000" flipH="1">
                <a:off x="11366875" y="10480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6" name="Google Shape;546;p22"/>
              <p:cNvCxnSpPr/>
              <p:nvPr/>
            </p:nvCxnSpPr>
            <p:spPr>
              <a:xfrm rot="2280000" flipH="1">
                <a:off x="11474058" y="11315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7" name="Google Shape;547;p22"/>
              <p:cNvCxnSpPr/>
              <p:nvPr/>
            </p:nvCxnSpPr>
            <p:spPr>
              <a:xfrm rot="2400000" flipH="1">
                <a:off x="11583303" y="122179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8" name="Google Shape;548;p22"/>
              <p:cNvCxnSpPr/>
              <p:nvPr/>
            </p:nvCxnSpPr>
            <p:spPr>
              <a:xfrm rot="2520000" flipH="1">
                <a:off x="11685344" y="132177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9" name="Google Shape;549;p22"/>
              <p:cNvCxnSpPr/>
              <p:nvPr/>
            </p:nvCxnSpPr>
            <p:spPr>
              <a:xfrm rot="2700000" flipH="1">
                <a:off x="11787704" y="14176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0" name="Google Shape;550;p22"/>
              <p:cNvCxnSpPr/>
              <p:nvPr/>
            </p:nvCxnSpPr>
            <p:spPr>
              <a:xfrm rot="2820000" flipH="1">
                <a:off x="11880859" y="15179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1" name="Google Shape;551;p22"/>
              <p:cNvCxnSpPr/>
              <p:nvPr/>
            </p:nvCxnSpPr>
            <p:spPr>
              <a:xfrm rot="2940000" flipH="1">
                <a:off x="11969252" y="162743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2" name="Google Shape;552;p22"/>
              <p:cNvCxnSpPr/>
              <p:nvPr/>
            </p:nvCxnSpPr>
            <p:spPr>
              <a:xfrm rot="3060000" flipH="1">
                <a:off x="12062016" y="173601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3" name="Google Shape;553;p22"/>
              <p:cNvCxnSpPr/>
              <p:nvPr/>
            </p:nvCxnSpPr>
            <p:spPr>
              <a:xfrm flipH="1">
                <a:off x="12074680" y="1910249"/>
                <a:ext cx="117320" cy="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4" name="Google Shape;554;p22"/>
              <p:cNvCxnSpPr/>
              <p:nvPr/>
            </p:nvCxnSpPr>
            <p:spPr>
              <a:xfrm flipH="1">
                <a:off x="12149943" y="2083594"/>
                <a:ext cx="39676" cy="2143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5" name="Google Shape;555;p22"/>
              <p:cNvCxnSpPr/>
              <p:nvPr/>
            </p:nvCxnSpPr>
            <p:spPr>
              <a:xfrm rot="-180000" flipH="1">
                <a:off x="9127990" y="33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6" name="Google Shape;556;p22"/>
              <p:cNvCxnSpPr/>
              <p:nvPr/>
            </p:nvCxnSpPr>
            <p:spPr>
              <a:xfrm rot="-300000" flipH="1">
                <a:off x="8987576" y="33663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7" name="Google Shape;557;p22"/>
              <p:cNvCxnSpPr/>
              <p:nvPr/>
            </p:nvCxnSpPr>
            <p:spPr>
              <a:xfrm rot="-420000" flipH="1">
                <a:off x="8844859" y="35117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8" name="Google Shape;558;p22"/>
              <p:cNvCxnSpPr/>
              <p:nvPr/>
            </p:nvCxnSpPr>
            <p:spPr>
              <a:xfrm rot="-540000" flipH="1">
                <a:off x="8706904" y="3657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9" name="Google Shape;559;p22"/>
              <p:cNvCxnSpPr/>
              <p:nvPr/>
            </p:nvCxnSpPr>
            <p:spPr>
              <a:xfrm rot="-720000" flipH="1">
                <a:off x="8568008" y="3878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0" name="Google Shape;560;p22"/>
              <p:cNvCxnSpPr/>
              <p:nvPr/>
            </p:nvCxnSpPr>
            <p:spPr>
              <a:xfrm rot="-840000" flipH="1">
                <a:off x="8429112" y="4100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1" name="Google Shape;561;p22"/>
              <p:cNvCxnSpPr/>
              <p:nvPr/>
            </p:nvCxnSpPr>
            <p:spPr>
              <a:xfrm rot="-960000" flipH="1">
                <a:off x="8294968" y="4462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2" name="Google Shape;562;p22"/>
              <p:cNvCxnSpPr/>
              <p:nvPr/>
            </p:nvCxnSpPr>
            <p:spPr>
              <a:xfrm rot="-1080000" flipH="1">
                <a:off x="8160824" y="48237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3" name="Google Shape;563;p22"/>
              <p:cNvCxnSpPr/>
              <p:nvPr/>
            </p:nvCxnSpPr>
            <p:spPr>
              <a:xfrm rot="-1260000" flipH="1">
                <a:off x="8027689" y="53184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4" name="Google Shape;564;p22"/>
              <p:cNvCxnSpPr/>
              <p:nvPr/>
            </p:nvCxnSpPr>
            <p:spPr>
              <a:xfrm rot="-1380000" flipH="1">
                <a:off x="7894554" y="58132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5" name="Google Shape;565;p22"/>
              <p:cNvCxnSpPr/>
              <p:nvPr/>
            </p:nvCxnSpPr>
            <p:spPr>
              <a:xfrm rot="-1500000" flipH="1">
                <a:off x="7761419" y="63079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6" name="Google Shape;566;p22"/>
              <p:cNvCxnSpPr/>
              <p:nvPr/>
            </p:nvCxnSpPr>
            <p:spPr>
              <a:xfrm rot="-1620000" flipH="1">
                <a:off x="7636645" y="6898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7" name="Google Shape;567;p22"/>
              <p:cNvCxnSpPr/>
              <p:nvPr/>
            </p:nvCxnSpPr>
            <p:spPr>
              <a:xfrm rot="-1800000" flipH="1">
                <a:off x="7511871" y="75119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8" name="Google Shape;568;p22"/>
              <p:cNvCxnSpPr/>
              <p:nvPr/>
            </p:nvCxnSpPr>
            <p:spPr>
              <a:xfrm rot="-1920000" flipH="1">
                <a:off x="7387899" y="81977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9" name="Google Shape;569;p22"/>
              <p:cNvCxnSpPr/>
              <p:nvPr/>
            </p:nvCxnSpPr>
            <p:spPr>
              <a:xfrm rot="-2040000" flipH="1">
                <a:off x="7268530" y="8931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0" name="Google Shape;570;p22"/>
              <p:cNvCxnSpPr/>
              <p:nvPr/>
            </p:nvCxnSpPr>
            <p:spPr>
              <a:xfrm rot="-2160000" flipH="1">
                <a:off x="7152030" y="9765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1" name="Google Shape;571;p22"/>
              <p:cNvCxnSpPr/>
              <p:nvPr/>
            </p:nvCxnSpPr>
            <p:spPr>
              <a:xfrm rot="-2340000" flipH="1">
                <a:off x="7041695" y="10600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2" name="Google Shape;572;p22"/>
              <p:cNvCxnSpPr/>
              <p:nvPr/>
            </p:nvCxnSpPr>
            <p:spPr>
              <a:xfrm rot="-2460000" flipH="1">
                <a:off x="6931360" y="114346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3" name="Google Shape;573;p22"/>
              <p:cNvCxnSpPr/>
              <p:nvPr/>
            </p:nvCxnSpPr>
            <p:spPr>
              <a:xfrm rot="-2580000" flipH="1">
                <a:off x="6819070" y="123586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4" name="Google Shape;574;p22"/>
              <p:cNvCxnSpPr/>
              <p:nvPr/>
            </p:nvCxnSpPr>
            <p:spPr>
              <a:xfrm rot="-2700000" flipH="1">
                <a:off x="6721359" y="133274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5" name="Google Shape;575;p22"/>
              <p:cNvCxnSpPr/>
              <p:nvPr/>
            </p:nvCxnSpPr>
            <p:spPr>
              <a:xfrm rot="-2880000" flipH="1">
                <a:off x="6617467" y="1429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6" name="Google Shape;576;p22"/>
              <p:cNvCxnSpPr/>
              <p:nvPr/>
            </p:nvCxnSpPr>
            <p:spPr>
              <a:xfrm rot="-3000000" flipH="1">
                <a:off x="6520032" y="15272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7" name="Google Shape;577;p22"/>
              <p:cNvCxnSpPr/>
              <p:nvPr/>
            </p:nvCxnSpPr>
            <p:spPr>
              <a:xfrm rot="-3120000" flipH="1">
                <a:off x="6429579" y="16416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8" name="Google Shape;578;p22"/>
              <p:cNvCxnSpPr/>
              <p:nvPr/>
            </p:nvCxnSpPr>
            <p:spPr>
              <a:xfrm rot="-3240000" flipH="1">
                <a:off x="6340532" y="1750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9" name="Google Shape;579;p22"/>
              <p:cNvCxnSpPr/>
              <p:nvPr/>
            </p:nvCxnSpPr>
            <p:spPr>
              <a:xfrm rot="-3420000" flipH="1">
                <a:off x="6261757" y="18601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0" name="Google Shape;580;p22"/>
              <p:cNvCxnSpPr/>
              <p:nvPr/>
            </p:nvCxnSpPr>
            <p:spPr>
              <a:xfrm rot="-3540000" flipH="1">
                <a:off x="6184144" y="19796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1" name="Google Shape;581;p22"/>
              <p:cNvCxnSpPr/>
              <p:nvPr/>
            </p:nvCxnSpPr>
            <p:spPr>
              <a:xfrm rot="-3660000" flipH="1">
                <a:off x="6106531" y="20990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2" name="Google Shape;582;p22"/>
              <p:cNvCxnSpPr/>
              <p:nvPr/>
            </p:nvCxnSpPr>
            <p:spPr>
              <a:xfrm rot="-3780000" flipH="1">
                <a:off x="6043206" y="222255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3" name="Google Shape;583;p22"/>
              <p:cNvCxnSpPr/>
              <p:nvPr/>
            </p:nvCxnSpPr>
            <p:spPr>
              <a:xfrm rot="-3960000" flipH="1">
                <a:off x="5978913" y="234430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4" name="Google Shape;584;p22"/>
              <p:cNvCxnSpPr/>
              <p:nvPr/>
            </p:nvCxnSpPr>
            <p:spPr>
              <a:xfrm rot="-4080000" flipH="1">
                <a:off x="5912438" y="24706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5" name="Google Shape;585;p22"/>
              <p:cNvCxnSpPr/>
              <p:nvPr/>
            </p:nvCxnSpPr>
            <p:spPr>
              <a:xfrm rot="-4200000" flipH="1">
                <a:off x="5858875" y="260092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6" name="Google Shape;586;p22"/>
              <p:cNvCxnSpPr/>
              <p:nvPr/>
            </p:nvCxnSpPr>
            <p:spPr>
              <a:xfrm rot="-4320000" flipH="1">
                <a:off x="5808182" y="273404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7" name="Google Shape;587;p22"/>
              <p:cNvCxnSpPr/>
              <p:nvPr/>
            </p:nvCxnSpPr>
            <p:spPr>
              <a:xfrm rot="-4500000" flipH="1">
                <a:off x="5773263" y="28668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8" name="Google Shape;588;p22"/>
              <p:cNvCxnSpPr/>
              <p:nvPr/>
            </p:nvCxnSpPr>
            <p:spPr>
              <a:xfrm rot="-4620000" flipH="1">
                <a:off x="5735963" y="300206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9" name="Google Shape;589;p22"/>
              <p:cNvCxnSpPr/>
              <p:nvPr/>
            </p:nvCxnSpPr>
            <p:spPr>
              <a:xfrm rot="-4740000" flipH="1">
                <a:off x="5700105" y="31389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0" name="Google Shape;590;p22"/>
              <p:cNvCxnSpPr/>
              <p:nvPr/>
            </p:nvCxnSpPr>
            <p:spPr>
              <a:xfrm rot="-4860000" flipH="1">
                <a:off x="5665939" y="327548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1" name="Google Shape;591;p22"/>
              <p:cNvCxnSpPr/>
              <p:nvPr/>
            </p:nvCxnSpPr>
            <p:spPr>
              <a:xfrm rot="-5040000" flipH="1">
                <a:off x="5644476" y="341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2" name="Google Shape;592;p22"/>
              <p:cNvCxnSpPr/>
              <p:nvPr/>
            </p:nvCxnSpPr>
            <p:spPr>
              <a:xfrm rot="-5160000" flipH="1">
                <a:off x="5626530" y="3554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3" name="Google Shape;593;p22"/>
              <p:cNvCxnSpPr/>
              <p:nvPr/>
            </p:nvCxnSpPr>
            <p:spPr>
              <a:xfrm rot="-5280000" flipH="1">
                <a:off x="5616429" y="36918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4" name="Google Shape;594;p22"/>
              <p:cNvCxnSpPr/>
              <p:nvPr/>
            </p:nvCxnSpPr>
            <p:spPr>
              <a:xfrm rot="-5400000" flipH="1">
                <a:off x="5611319" y="38353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5" name="Google Shape;595;p22"/>
              <p:cNvCxnSpPr/>
              <p:nvPr/>
            </p:nvCxnSpPr>
            <p:spPr>
              <a:xfrm rot="-5580000" flipH="1">
                <a:off x="5608540" y="397572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6" name="Google Shape;596;p22"/>
              <p:cNvCxnSpPr/>
              <p:nvPr/>
            </p:nvCxnSpPr>
            <p:spPr>
              <a:xfrm rot="-5700000" flipH="1">
                <a:off x="5605761" y="41160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7" name="Google Shape;597;p22"/>
              <p:cNvCxnSpPr/>
              <p:nvPr/>
            </p:nvCxnSpPr>
            <p:spPr>
              <a:xfrm rot="-5820000" flipH="1">
                <a:off x="5624195" y="425421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8" name="Google Shape;598;p22"/>
              <p:cNvCxnSpPr/>
              <p:nvPr/>
            </p:nvCxnSpPr>
            <p:spPr>
              <a:xfrm rot="-5940000" flipH="1">
                <a:off x="5642629" y="43923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9" name="Google Shape;599;p22"/>
              <p:cNvCxnSpPr/>
              <p:nvPr/>
            </p:nvCxnSpPr>
            <p:spPr>
              <a:xfrm rot="-6120000" flipH="1">
                <a:off x="5654818" y="45363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00" name="Google Shape;600;p22"/>
              <p:cNvCxnSpPr/>
              <p:nvPr/>
            </p:nvCxnSpPr>
            <p:spPr>
              <a:xfrm rot="-6240000" flipH="1">
                <a:off x="5684446" y="467136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01" name="Google Shape;601;p22"/>
              <p:cNvCxnSpPr/>
              <p:nvPr/>
            </p:nvCxnSpPr>
            <p:spPr>
              <a:xfrm rot="-6360000" flipH="1">
                <a:off x="5714074" y="48087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02" name="Google Shape;602;p22"/>
              <p:cNvCxnSpPr/>
              <p:nvPr/>
            </p:nvCxnSpPr>
            <p:spPr>
              <a:xfrm rot="-6480000" flipH="1">
                <a:off x="5748464" y="49484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03" name="Google Shape;603;p22"/>
              <p:cNvCxnSpPr/>
              <p:nvPr/>
            </p:nvCxnSpPr>
            <p:spPr>
              <a:xfrm rot="-6660000" flipH="1">
                <a:off x="5792091" y="507760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04" name="Google Shape;604;p22"/>
              <p:cNvCxnSpPr/>
              <p:nvPr/>
            </p:nvCxnSpPr>
            <p:spPr>
              <a:xfrm rot="-6780000" flipH="1">
                <a:off x="5847441" y="52112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05" name="Google Shape;605;p22"/>
              <p:cNvCxnSpPr/>
              <p:nvPr/>
            </p:nvCxnSpPr>
            <p:spPr>
              <a:xfrm rot="-6900000" flipH="1">
                <a:off x="5900410" y="53424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06" name="Google Shape;606;p22"/>
              <p:cNvCxnSpPr/>
              <p:nvPr/>
            </p:nvCxnSpPr>
            <p:spPr>
              <a:xfrm rot="-7020000" flipH="1">
                <a:off x="5955760" y="547369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607" name="Google Shape;607;p22"/>
          <p:cNvGrpSpPr/>
          <p:nvPr/>
        </p:nvGrpSpPr>
        <p:grpSpPr>
          <a:xfrm rot="-6207356">
            <a:off x="7397553" y="-618463"/>
            <a:ext cx="4914838" cy="4271247"/>
            <a:chOff x="5281603" y="104899"/>
            <a:chExt cx="6910397" cy="6005491"/>
          </a:xfrm>
        </p:grpSpPr>
        <p:sp>
          <p:nvSpPr>
            <p:cNvPr id="608" name="Google Shape;608;p22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9" name="Google Shape;609;p22"/>
            <p:cNvGrpSpPr/>
            <p:nvPr/>
          </p:nvGrpSpPr>
          <p:grpSpPr>
            <a:xfrm>
              <a:off x="5516218" y="331504"/>
              <a:ext cx="6675782" cy="5276654"/>
              <a:chOff x="5516218" y="331504"/>
              <a:chExt cx="6675782" cy="5276654"/>
            </a:xfrm>
          </p:grpSpPr>
          <p:cxnSp>
            <p:nvCxnSpPr>
              <p:cNvPr id="610" name="Google Shape;610;p22"/>
              <p:cNvCxnSpPr/>
              <p:nvPr/>
            </p:nvCxnSpPr>
            <p:spPr>
              <a:xfrm flipH="1">
                <a:off x="9266830" y="3315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11" name="Google Shape;611;p22"/>
              <p:cNvCxnSpPr/>
              <p:nvPr/>
            </p:nvCxnSpPr>
            <p:spPr>
              <a:xfrm rot="120000" flipH="1">
                <a:off x="9408861" y="3383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12" name="Google Shape;612;p22"/>
              <p:cNvCxnSpPr/>
              <p:nvPr/>
            </p:nvCxnSpPr>
            <p:spPr>
              <a:xfrm rot="240000" flipH="1">
                <a:off x="9551700" y="34763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13" name="Google Shape;613;p22"/>
              <p:cNvCxnSpPr/>
              <p:nvPr/>
            </p:nvCxnSpPr>
            <p:spPr>
              <a:xfrm rot="360000" flipH="1">
                <a:off x="9688748" y="36808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14" name="Google Shape;614;p22"/>
              <p:cNvCxnSpPr/>
              <p:nvPr/>
            </p:nvCxnSpPr>
            <p:spPr>
              <a:xfrm rot="540000" flipH="1">
                <a:off x="9824866" y="38922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15" name="Google Shape;615;p22"/>
              <p:cNvCxnSpPr/>
              <p:nvPr/>
            </p:nvCxnSpPr>
            <p:spPr>
              <a:xfrm rot="660000" flipH="1">
                <a:off x="9966867" y="41754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16" name="Google Shape;616;p22"/>
              <p:cNvCxnSpPr/>
              <p:nvPr/>
            </p:nvCxnSpPr>
            <p:spPr>
              <a:xfrm rot="780000" flipH="1">
                <a:off x="10104425" y="4458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17" name="Google Shape;617;p22"/>
              <p:cNvCxnSpPr/>
              <p:nvPr/>
            </p:nvCxnSpPr>
            <p:spPr>
              <a:xfrm rot="900000" flipH="1">
                <a:off x="10240513" y="47948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18" name="Google Shape;618;p22"/>
              <p:cNvCxnSpPr/>
              <p:nvPr/>
            </p:nvCxnSpPr>
            <p:spPr>
              <a:xfrm rot="1080000" flipH="1">
                <a:off x="10373882" y="52435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19" name="Google Shape;619;p22"/>
              <p:cNvCxnSpPr/>
              <p:nvPr/>
            </p:nvCxnSpPr>
            <p:spPr>
              <a:xfrm rot="1200000" flipH="1">
                <a:off x="10505632" y="570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0" name="Google Shape;620;p22"/>
              <p:cNvCxnSpPr/>
              <p:nvPr/>
            </p:nvCxnSpPr>
            <p:spPr>
              <a:xfrm rot="1320000" flipH="1">
                <a:off x="10637382" y="62134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1" name="Google Shape;621;p22"/>
              <p:cNvCxnSpPr/>
              <p:nvPr/>
            </p:nvCxnSpPr>
            <p:spPr>
              <a:xfrm rot="1440000" flipH="1">
                <a:off x="10760965" y="69043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2" name="Google Shape;622;p22"/>
              <p:cNvCxnSpPr/>
              <p:nvPr/>
            </p:nvCxnSpPr>
            <p:spPr>
              <a:xfrm rot="1620000" flipH="1">
                <a:off x="10888991" y="755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3" name="Google Shape;623;p22"/>
              <p:cNvCxnSpPr/>
              <p:nvPr/>
            </p:nvCxnSpPr>
            <p:spPr>
              <a:xfrm rot="1740000" flipH="1">
                <a:off x="11010193" y="81974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4" name="Google Shape;624;p22"/>
              <p:cNvCxnSpPr/>
              <p:nvPr/>
            </p:nvCxnSpPr>
            <p:spPr>
              <a:xfrm rot="1860000" flipH="1">
                <a:off x="11129014" y="89566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5" name="Google Shape;625;p22"/>
              <p:cNvCxnSpPr/>
              <p:nvPr/>
            </p:nvCxnSpPr>
            <p:spPr>
              <a:xfrm rot="1980000" flipH="1">
                <a:off x="11249872" y="968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6" name="Google Shape;626;p22"/>
              <p:cNvCxnSpPr/>
              <p:nvPr/>
            </p:nvCxnSpPr>
            <p:spPr>
              <a:xfrm rot="2160000" flipH="1">
                <a:off x="11366875" y="10480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7" name="Google Shape;627;p22"/>
              <p:cNvCxnSpPr/>
              <p:nvPr/>
            </p:nvCxnSpPr>
            <p:spPr>
              <a:xfrm rot="2280000" flipH="1">
                <a:off x="11474058" y="11315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8" name="Google Shape;628;p22"/>
              <p:cNvCxnSpPr/>
              <p:nvPr/>
            </p:nvCxnSpPr>
            <p:spPr>
              <a:xfrm rot="2400000" flipH="1">
                <a:off x="11583303" y="122179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9" name="Google Shape;629;p22"/>
              <p:cNvCxnSpPr/>
              <p:nvPr/>
            </p:nvCxnSpPr>
            <p:spPr>
              <a:xfrm rot="2520000" flipH="1">
                <a:off x="11685344" y="132177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30" name="Google Shape;630;p22"/>
              <p:cNvCxnSpPr/>
              <p:nvPr/>
            </p:nvCxnSpPr>
            <p:spPr>
              <a:xfrm rot="2700000" flipH="1">
                <a:off x="11787704" y="14176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31" name="Google Shape;631;p22"/>
              <p:cNvCxnSpPr/>
              <p:nvPr/>
            </p:nvCxnSpPr>
            <p:spPr>
              <a:xfrm rot="2820000" flipH="1">
                <a:off x="11880859" y="15179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32" name="Google Shape;632;p22"/>
              <p:cNvCxnSpPr/>
              <p:nvPr/>
            </p:nvCxnSpPr>
            <p:spPr>
              <a:xfrm rot="2940000" flipH="1">
                <a:off x="11969252" y="162743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33" name="Google Shape;633;p22"/>
              <p:cNvCxnSpPr/>
              <p:nvPr/>
            </p:nvCxnSpPr>
            <p:spPr>
              <a:xfrm rot="3060000" flipH="1">
                <a:off x="12062016" y="173601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34" name="Google Shape;634;p22"/>
              <p:cNvCxnSpPr/>
              <p:nvPr/>
            </p:nvCxnSpPr>
            <p:spPr>
              <a:xfrm flipH="1">
                <a:off x="12074680" y="1910249"/>
                <a:ext cx="117320" cy="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35" name="Google Shape;635;p22"/>
              <p:cNvCxnSpPr/>
              <p:nvPr/>
            </p:nvCxnSpPr>
            <p:spPr>
              <a:xfrm flipH="1">
                <a:off x="12149943" y="2083594"/>
                <a:ext cx="39676" cy="2143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36" name="Google Shape;636;p22"/>
              <p:cNvCxnSpPr/>
              <p:nvPr/>
            </p:nvCxnSpPr>
            <p:spPr>
              <a:xfrm rot="-180000" flipH="1">
                <a:off x="9127990" y="33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37" name="Google Shape;637;p22"/>
              <p:cNvCxnSpPr/>
              <p:nvPr/>
            </p:nvCxnSpPr>
            <p:spPr>
              <a:xfrm rot="-300000" flipH="1">
                <a:off x="8987576" y="33663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38" name="Google Shape;638;p22"/>
              <p:cNvCxnSpPr/>
              <p:nvPr/>
            </p:nvCxnSpPr>
            <p:spPr>
              <a:xfrm rot="-420000" flipH="1">
                <a:off x="8844859" y="35117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39" name="Google Shape;639;p22"/>
              <p:cNvCxnSpPr/>
              <p:nvPr/>
            </p:nvCxnSpPr>
            <p:spPr>
              <a:xfrm rot="-540000" flipH="1">
                <a:off x="8706904" y="3657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0" name="Google Shape;640;p22"/>
              <p:cNvCxnSpPr/>
              <p:nvPr/>
            </p:nvCxnSpPr>
            <p:spPr>
              <a:xfrm rot="-720000" flipH="1">
                <a:off x="8568008" y="3878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1" name="Google Shape;641;p22"/>
              <p:cNvCxnSpPr/>
              <p:nvPr/>
            </p:nvCxnSpPr>
            <p:spPr>
              <a:xfrm rot="-840000" flipH="1">
                <a:off x="8429112" y="4100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2" name="Google Shape;642;p22"/>
              <p:cNvCxnSpPr/>
              <p:nvPr/>
            </p:nvCxnSpPr>
            <p:spPr>
              <a:xfrm rot="-960000" flipH="1">
                <a:off x="8294968" y="4462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3" name="Google Shape;643;p22"/>
              <p:cNvCxnSpPr/>
              <p:nvPr/>
            </p:nvCxnSpPr>
            <p:spPr>
              <a:xfrm rot="-1080000" flipH="1">
                <a:off x="8160824" y="48237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4" name="Google Shape;644;p22"/>
              <p:cNvCxnSpPr/>
              <p:nvPr/>
            </p:nvCxnSpPr>
            <p:spPr>
              <a:xfrm rot="-1260000" flipH="1">
                <a:off x="8027689" y="53184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5" name="Google Shape;645;p22"/>
              <p:cNvCxnSpPr/>
              <p:nvPr/>
            </p:nvCxnSpPr>
            <p:spPr>
              <a:xfrm rot="-1380000" flipH="1">
                <a:off x="7894554" y="58132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6" name="Google Shape;646;p22"/>
              <p:cNvCxnSpPr/>
              <p:nvPr/>
            </p:nvCxnSpPr>
            <p:spPr>
              <a:xfrm rot="-1500000" flipH="1">
                <a:off x="7761419" y="63079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7" name="Google Shape;647;p22"/>
              <p:cNvCxnSpPr/>
              <p:nvPr/>
            </p:nvCxnSpPr>
            <p:spPr>
              <a:xfrm rot="-1620000" flipH="1">
                <a:off x="7636645" y="6898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8" name="Google Shape;648;p22"/>
              <p:cNvCxnSpPr/>
              <p:nvPr/>
            </p:nvCxnSpPr>
            <p:spPr>
              <a:xfrm rot="-1800000" flipH="1">
                <a:off x="7511871" y="75119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9" name="Google Shape;649;p22"/>
              <p:cNvCxnSpPr/>
              <p:nvPr/>
            </p:nvCxnSpPr>
            <p:spPr>
              <a:xfrm rot="-1920000" flipH="1">
                <a:off x="7387899" y="81977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0" name="Google Shape;650;p22"/>
              <p:cNvCxnSpPr/>
              <p:nvPr/>
            </p:nvCxnSpPr>
            <p:spPr>
              <a:xfrm rot="-2040000" flipH="1">
                <a:off x="7268530" y="8931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1" name="Google Shape;651;p22"/>
              <p:cNvCxnSpPr/>
              <p:nvPr/>
            </p:nvCxnSpPr>
            <p:spPr>
              <a:xfrm rot="-2160000" flipH="1">
                <a:off x="7152030" y="9765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2" name="Google Shape;652;p22"/>
              <p:cNvCxnSpPr/>
              <p:nvPr/>
            </p:nvCxnSpPr>
            <p:spPr>
              <a:xfrm rot="-2340000" flipH="1">
                <a:off x="7041695" y="10600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3" name="Google Shape;653;p22"/>
              <p:cNvCxnSpPr/>
              <p:nvPr/>
            </p:nvCxnSpPr>
            <p:spPr>
              <a:xfrm rot="-2460000" flipH="1">
                <a:off x="6931360" y="114346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4" name="Google Shape;654;p22"/>
              <p:cNvCxnSpPr/>
              <p:nvPr/>
            </p:nvCxnSpPr>
            <p:spPr>
              <a:xfrm rot="-2580000" flipH="1">
                <a:off x="6819070" y="123586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5" name="Google Shape;655;p22"/>
              <p:cNvCxnSpPr/>
              <p:nvPr/>
            </p:nvCxnSpPr>
            <p:spPr>
              <a:xfrm rot="-2700000" flipH="1">
                <a:off x="6721359" y="133274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6" name="Google Shape;656;p22"/>
              <p:cNvCxnSpPr/>
              <p:nvPr/>
            </p:nvCxnSpPr>
            <p:spPr>
              <a:xfrm rot="-2880000" flipH="1">
                <a:off x="6617467" y="1429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7" name="Google Shape;657;p22"/>
              <p:cNvCxnSpPr/>
              <p:nvPr/>
            </p:nvCxnSpPr>
            <p:spPr>
              <a:xfrm rot="-3000000" flipH="1">
                <a:off x="6520032" y="15272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8" name="Google Shape;658;p22"/>
              <p:cNvCxnSpPr/>
              <p:nvPr/>
            </p:nvCxnSpPr>
            <p:spPr>
              <a:xfrm rot="-3120000" flipH="1">
                <a:off x="6429579" y="16416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9" name="Google Shape;659;p22"/>
              <p:cNvCxnSpPr/>
              <p:nvPr/>
            </p:nvCxnSpPr>
            <p:spPr>
              <a:xfrm rot="-3240000" flipH="1">
                <a:off x="6340532" y="1750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0" name="Google Shape;660;p22"/>
              <p:cNvCxnSpPr/>
              <p:nvPr/>
            </p:nvCxnSpPr>
            <p:spPr>
              <a:xfrm rot="-3420000" flipH="1">
                <a:off x="6261757" y="18601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1" name="Google Shape;661;p22"/>
              <p:cNvCxnSpPr/>
              <p:nvPr/>
            </p:nvCxnSpPr>
            <p:spPr>
              <a:xfrm rot="-3540000" flipH="1">
                <a:off x="6184144" y="19796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2" name="Google Shape;662;p22"/>
              <p:cNvCxnSpPr/>
              <p:nvPr/>
            </p:nvCxnSpPr>
            <p:spPr>
              <a:xfrm rot="-3660000" flipH="1">
                <a:off x="6106531" y="20990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3" name="Google Shape;663;p22"/>
              <p:cNvCxnSpPr/>
              <p:nvPr/>
            </p:nvCxnSpPr>
            <p:spPr>
              <a:xfrm rot="-3780000" flipH="1">
                <a:off x="6043206" y="222255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4" name="Google Shape;664;p22"/>
              <p:cNvCxnSpPr/>
              <p:nvPr/>
            </p:nvCxnSpPr>
            <p:spPr>
              <a:xfrm rot="-3960000" flipH="1">
                <a:off x="5978913" y="234430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5" name="Google Shape;665;p22"/>
              <p:cNvCxnSpPr/>
              <p:nvPr/>
            </p:nvCxnSpPr>
            <p:spPr>
              <a:xfrm rot="-4080000" flipH="1">
                <a:off x="5912438" y="24706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6" name="Google Shape;666;p22"/>
              <p:cNvCxnSpPr/>
              <p:nvPr/>
            </p:nvCxnSpPr>
            <p:spPr>
              <a:xfrm rot="-4200000" flipH="1">
                <a:off x="5858875" y="260092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7" name="Google Shape;667;p22"/>
              <p:cNvCxnSpPr/>
              <p:nvPr/>
            </p:nvCxnSpPr>
            <p:spPr>
              <a:xfrm rot="-4320000" flipH="1">
                <a:off x="5808182" y="273404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8" name="Google Shape;668;p22"/>
              <p:cNvCxnSpPr/>
              <p:nvPr/>
            </p:nvCxnSpPr>
            <p:spPr>
              <a:xfrm rot="-4500000" flipH="1">
                <a:off x="5773263" y="28668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9" name="Google Shape;669;p22"/>
              <p:cNvCxnSpPr/>
              <p:nvPr/>
            </p:nvCxnSpPr>
            <p:spPr>
              <a:xfrm rot="-4620000" flipH="1">
                <a:off x="5735963" y="300206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0" name="Google Shape;670;p22"/>
              <p:cNvCxnSpPr/>
              <p:nvPr/>
            </p:nvCxnSpPr>
            <p:spPr>
              <a:xfrm rot="-4740000" flipH="1">
                <a:off x="5700105" y="31389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1" name="Google Shape;671;p22"/>
              <p:cNvCxnSpPr/>
              <p:nvPr/>
            </p:nvCxnSpPr>
            <p:spPr>
              <a:xfrm rot="-4860000" flipH="1">
                <a:off x="5665939" y="327548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2" name="Google Shape;672;p22"/>
              <p:cNvCxnSpPr/>
              <p:nvPr/>
            </p:nvCxnSpPr>
            <p:spPr>
              <a:xfrm rot="-5040000" flipH="1">
                <a:off x="5644476" y="341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3" name="Google Shape;673;p22"/>
              <p:cNvCxnSpPr/>
              <p:nvPr/>
            </p:nvCxnSpPr>
            <p:spPr>
              <a:xfrm rot="-5160000" flipH="1">
                <a:off x="5626530" y="3554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4" name="Google Shape;674;p22"/>
              <p:cNvCxnSpPr/>
              <p:nvPr/>
            </p:nvCxnSpPr>
            <p:spPr>
              <a:xfrm rot="-5280000" flipH="1">
                <a:off x="5616429" y="36918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5" name="Google Shape;675;p22"/>
              <p:cNvCxnSpPr/>
              <p:nvPr/>
            </p:nvCxnSpPr>
            <p:spPr>
              <a:xfrm rot="-5400000" flipH="1">
                <a:off x="5611319" y="38353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6" name="Google Shape;676;p22"/>
              <p:cNvCxnSpPr/>
              <p:nvPr/>
            </p:nvCxnSpPr>
            <p:spPr>
              <a:xfrm rot="-5580000" flipH="1">
                <a:off x="5608540" y="397572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7" name="Google Shape;677;p22"/>
              <p:cNvCxnSpPr/>
              <p:nvPr/>
            </p:nvCxnSpPr>
            <p:spPr>
              <a:xfrm rot="-5700000" flipH="1">
                <a:off x="5605761" y="41160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8" name="Google Shape;678;p22"/>
              <p:cNvCxnSpPr/>
              <p:nvPr/>
            </p:nvCxnSpPr>
            <p:spPr>
              <a:xfrm rot="-5820000" flipH="1">
                <a:off x="5624195" y="425421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9" name="Google Shape;679;p22"/>
              <p:cNvCxnSpPr/>
              <p:nvPr/>
            </p:nvCxnSpPr>
            <p:spPr>
              <a:xfrm rot="-5940000" flipH="1">
                <a:off x="5642629" y="43923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0" name="Google Shape;680;p22"/>
              <p:cNvCxnSpPr/>
              <p:nvPr/>
            </p:nvCxnSpPr>
            <p:spPr>
              <a:xfrm rot="-6120000" flipH="1">
                <a:off x="5654818" y="45363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1" name="Google Shape;681;p22"/>
              <p:cNvCxnSpPr/>
              <p:nvPr/>
            </p:nvCxnSpPr>
            <p:spPr>
              <a:xfrm rot="-6240000" flipH="1">
                <a:off x="5684446" y="467136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2" name="Google Shape;682;p22"/>
              <p:cNvCxnSpPr/>
              <p:nvPr/>
            </p:nvCxnSpPr>
            <p:spPr>
              <a:xfrm rot="-6360000" flipH="1">
                <a:off x="5714074" y="48087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3" name="Google Shape;683;p22"/>
              <p:cNvCxnSpPr/>
              <p:nvPr/>
            </p:nvCxnSpPr>
            <p:spPr>
              <a:xfrm rot="-6480000" flipH="1">
                <a:off x="5748464" y="49484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4" name="Google Shape;684;p22"/>
              <p:cNvCxnSpPr/>
              <p:nvPr/>
            </p:nvCxnSpPr>
            <p:spPr>
              <a:xfrm rot="-6660000" flipH="1">
                <a:off x="5792091" y="507760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5" name="Google Shape;685;p22"/>
              <p:cNvCxnSpPr/>
              <p:nvPr/>
            </p:nvCxnSpPr>
            <p:spPr>
              <a:xfrm rot="-6780000" flipH="1">
                <a:off x="5847441" y="52112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6" name="Google Shape;686;p22"/>
              <p:cNvCxnSpPr/>
              <p:nvPr/>
            </p:nvCxnSpPr>
            <p:spPr>
              <a:xfrm rot="-6900000" flipH="1">
                <a:off x="5900410" y="53424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7" name="Google Shape;687;p22"/>
              <p:cNvCxnSpPr/>
              <p:nvPr/>
            </p:nvCxnSpPr>
            <p:spPr>
              <a:xfrm rot="-7020000" flipH="1">
                <a:off x="5955760" y="547369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688" name="Google Shape;688;p22"/>
          <p:cNvSpPr txBox="1">
            <a:spLocks noGrp="1"/>
          </p:cNvSpPr>
          <p:nvPr>
            <p:ph type="body" idx="1"/>
          </p:nvPr>
        </p:nvSpPr>
        <p:spPr>
          <a:xfrm>
            <a:off x="0" y="1081200"/>
            <a:ext cx="12192000" cy="23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 dirty="0">
                <a:solidFill>
                  <a:srgbClr val="FFFF00"/>
                </a:solidFill>
              </a:rPr>
              <a:t>Resizing &amp; Cropping</a:t>
            </a:r>
            <a:r>
              <a:rPr lang="en-US" sz="2400" b="1" dirty="0"/>
              <a:t> - </a:t>
            </a:r>
            <a:r>
              <a:rPr lang="en-US" sz="2400" dirty="0"/>
              <a:t>Removing “</a:t>
            </a:r>
            <a:r>
              <a:rPr lang="en-US" sz="2400" b="1" dirty="0"/>
              <a:t>Textual” </a:t>
            </a:r>
            <a:r>
              <a:rPr lang="en-US" sz="2400" dirty="0"/>
              <a:t>components </a:t>
            </a:r>
            <a:endParaRPr sz="2400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 dirty="0"/>
              <a:t>Less data </a:t>
            </a:r>
            <a:r>
              <a:rPr lang="en-US" sz="2400" dirty="0"/>
              <a:t>thus,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FF00"/>
                </a:solidFill>
              </a:rPr>
              <a:t>Augmentation</a:t>
            </a:r>
            <a:endParaRPr sz="2400" dirty="0">
              <a:solidFill>
                <a:srgbClr val="FFFF00"/>
              </a:solidFill>
            </a:endParaRPr>
          </a:p>
          <a:p>
            <a:pPr marL="13716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             </a:t>
            </a:r>
            <a:r>
              <a:rPr lang="en-US" sz="2400" b="1" dirty="0">
                <a:solidFill>
                  <a:srgbClr val="FFFF00"/>
                </a:solidFill>
              </a:rPr>
              <a:t>Did</a:t>
            </a:r>
            <a:r>
              <a:rPr lang="en-US" sz="2400" b="1" dirty="0"/>
              <a:t> - </a:t>
            </a:r>
            <a:r>
              <a:rPr lang="en-US" sz="2400" dirty="0"/>
              <a:t>height, width, tilt, and shear (very less range)</a:t>
            </a:r>
            <a:endParaRPr sz="24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			</a:t>
            </a:r>
            <a:r>
              <a:rPr lang="en-US" sz="2400" b="1" dirty="0">
                <a:solidFill>
                  <a:srgbClr val="FFFF00"/>
                </a:solidFill>
              </a:rPr>
              <a:t>Didn’t</a:t>
            </a:r>
            <a:r>
              <a:rPr lang="en-US" sz="2400" dirty="0"/>
              <a:t> - Vertical-flip, horizontal-flip</a:t>
            </a:r>
            <a:endParaRPr sz="2400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36 classes - each contains </a:t>
            </a:r>
            <a:r>
              <a:rPr lang="en-US" sz="2400" b="1" dirty="0">
                <a:solidFill>
                  <a:srgbClr val="FFFF00"/>
                </a:solidFill>
              </a:rPr>
              <a:t>same no. of </a:t>
            </a:r>
            <a:r>
              <a:rPr lang="en-US" sz="2400" b="1" dirty="0" err="1">
                <a:solidFill>
                  <a:srgbClr val="FFFF00"/>
                </a:solidFill>
              </a:rPr>
              <a:t>aug</a:t>
            </a:r>
            <a:r>
              <a:rPr lang="en-US" sz="2400" dirty="0"/>
              <a:t> images         </a:t>
            </a:r>
            <a:r>
              <a:rPr lang="en-US" sz="2400" b="1" dirty="0">
                <a:solidFill>
                  <a:srgbClr val="FFFF00"/>
                </a:solidFill>
              </a:rPr>
              <a:t>unbiased</a:t>
            </a:r>
            <a:r>
              <a:rPr lang="en-US" sz="2400" b="1" dirty="0"/>
              <a:t> model</a:t>
            </a:r>
            <a:endParaRPr sz="2400" b="1" dirty="0"/>
          </a:p>
        </p:txBody>
      </p:sp>
      <p:pic>
        <p:nvPicPr>
          <p:cNvPr id="689" name="Google Shape;68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2388" y="3708445"/>
            <a:ext cx="3700468" cy="290235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22"/>
          <p:cNvSpPr/>
          <p:nvPr/>
        </p:nvSpPr>
        <p:spPr>
          <a:xfrm>
            <a:off x="3440698" y="5011662"/>
            <a:ext cx="1063549" cy="31860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2" name="Google Shape;692;p22"/>
          <p:cNvPicPr preferRelativeResize="0"/>
          <p:nvPr/>
        </p:nvPicPr>
        <p:blipFill rotWithShape="1">
          <a:blip r:embed="rId5">
            <a:alphaModFix/>
          </a:blip>
          <a:srcRect l="14607" t="20441" r="19324" b="16721"/>
          <a:stretch/>
        </p:blipFill>
        <p:spPr>
          <a:xfrm>
            <a:off x="4676657" y="4328084"/>
            <a:ext cx="1854255" cy="1839757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22"/>
          <p:cNvSpPr txBox="1"/>
          <p:nvPr/>
        </p:nvSpPr>
        <p:spPr>
          <a:xfrm>
            <a:off x="3387383" y="4045820"/>
            <a:ext cx="1113287" cy="88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Resizing &amp; Cropping</a:t>
            </a:r>
            <a:endParaRPr sz="18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2"/>
          <p:cNvSpPr/>
          <p:nvPr/>
        </p:nvSpPr>
        <p:spPr>
          <a:xfrm>
            <a:off x="6868325" y="2930525"/>
            <a:ext cx="337800" cy="152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0" name="Google Shape;69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640" y="3650167"/>
            <a:ext cx="2887627" cy="29778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11DDCCA2-6CAB-4A09-8D6F-5FAE84C1ED64}"/>
              </a:ext>
            </a:extLst>
          </p:cNvPr>
          <p:cNvSpPr/>
          <p:nvPr/>
        </p:nvSpPr>
        <p:spPr>
          <a:xfrm>
            <a:off x="90606" y="3446392"/>
            <a:ext cx="3221693" cy="59339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2C2BD6B8-5CE9-4813-B939-F39FA8C2050C}"/>
              </a:ext>
            </a:extLst>
          </p:cNvPr>
          <p:cNvSpPr/>
          <p:nvPr/>
        </p:nvSpPr>
        <p:spPr>
          <a:xfrm>
            <a:off x="106990" y="6167670"/>
            <a:ext cx="3221693" cy="59339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Google Shape;691;p22">
            <a:extLst>
              <a:ext uri="{FF2B5EF4-FFF2-40B4-BE49-F238E27FC236}">
                <a16:creationId xmlns:a16="http://schemas.microsoft.com/office/drawing/2014/main" id="{C7DECFDF-FC02-4A52-8774-783EF6951B27}"/>
              </a:ext>
            </a:extLst>
          </p:cNvPr>
          <p:cNvSpPr/>
          <p:nvPr/>
        </p:nvSpPr>
        <p:spPr>
          <a:xfrm>
            <a:off x="6890323" y="5045768"/>
            <a:ext cx="1063549" cy="31860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693;p22">
            <a:extLst>
              <a:ext uri="{FF2B5EF4-FFF2-40B4-BE49-F238E27FC236}">
                <a16:creationId xmlns:a16="http://schemas.microsoft.com/office/drawing/2014/main" id="{AA909000-467B-4D1C-B7ED-D3762D3F91EF}"/>
              </a:ext>
            </a:extLst>
          </p:cNvPr>
          <p:cNvSpPr txBox="1"/>
          <p:nvPr/>
        </p:nvSpPr>
        <p:spPr>
          <a:xfrm>
            <a:off x="6452248" y="4607413"/>
            <a:ext cx="1889074" cy="450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Augmentation</a:t>
            </a:r>
            <a:endParaRPr sz="18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6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6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6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6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6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6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6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6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1" grpId="0" animBg="1"/>
      <p:bldP spid="693" grpId="0"/>
      <p:bldP spid="694" grpId="0" animBg="1"/>
      <p:bldP spid="2" grpId="0" animBg="1"/>
      <p:bldP spid="173" grpId="0" animBg="1"/>
      <p:bldP spid="174" grpId="0" animBg="1"/>
      <p:bldP spid="17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3"/>
          <p:cNvSpPr txBox="1">
            <a:spLocks noGrp="1"/>
          </p:cNvSpPr>
          <p:nvPr>
            <p:ph type="title"/>
          </p:nvPr>
        </p:nvSpPr>
        <p:spPr>
          <a:xfrm>
            <a:off x="2832202" y="-152409"/>
            <a:ext cx="61434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CNN ARCHITECTURE</a:t>
            </a:r>
            <a:endParaRPr/>
          </a:p>
        </p:txBody>
      </p:sp>
      <p:grpSp>
        <p:nvGrpSpPr>
          <p:cNvPr id="701" name="Google Shape;701;p23"/>
          <p:cNvGrpSpPr/>
          <p:nvPr/>
        </p:nvGrpSpPr>
        <p:grpSpPr>
          <a:xfrm rot="-332396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702" name="Google Shape;702;p23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490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3" name="Google Shape;703;p23"/>
            <p:cNvGrpSpPr/>
            <p:nvPr/>
          </p:nvGrpSpPr>
          <p:grpSpPr>
            <a:xfrm>
              <a:off x="5516218" y="331504"/>
              <a:ext cx="6675782" cy="5276654"/>
              <a:chOff x="5516218" y="331504"/>
              <a:chExt cx="6675782" cy="5276654"/>
            </a:xfrm>
          </p:grpSpPr>
          <p:cxnSp>
            <p:nvCxnSpPr>
              <p:cNvPr id="704" name="Google Shape;704;p23"/>
              <p:cNvCxnSpPr/>
              <p:nvPr/>
            </p:nvCxnSpPr>
            <p:spPr>
              <a:xfrm flipH="1">
                <a:off x="9266830" y="3315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5" name="Google Shape;705;p23"/>
              <p:cNvCxnSpPr/>
              <p:nvPr/>
            </p:nvCxnSpPr>
            <p:spPr>
              <a:xfrm rot="120000" flipH="1">
                <a:off x="9408861" y="3383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6" name="Google Shape;706;p23"/>
              <p:cNvCxnSpPr/>
              <p:nvPr/>
            </p:nvCxnSpPr>
            <p:spPr>
              <a:xfrm rot="240000" flipH="1">
                <a:off x="9551700" y="34763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7" name="Google Shape;707;p23"/>
              <p:cNvCxnSpPr/>
              <p:nvPr/>
            </p:nvCxnSpPr>
            <p:spPr>
              <a:xfrm rot="360000" flipH="1">
                <a:off x="9688748" y="36808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8" name="Google Shape;708;p23"/>
              <p:cNvCxnSpPr/>
              <p:nvPr/>
            </p:nvCxnSpPr>
            <p:spPr>
              <a:xfrm rot="540000" flipH="1">
                <a:off x="9824866" y="38922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9" name="Google Shape;709;p23"/>
              <p:cNvCxnSpPr/>
              <p:nvPr/>
            </p:nvCxnSpPr>
            <p:spPr>
              <a:xfrm rot="660000" flipH="1">
                <a:off x="9966867" y="41754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0" name="Google Shape;710;p23"/>
              <p:cNvCxnSpPr/>
              <p:nvPr/>
            </p:nvCxnSpPr>
            <p:spPr>
              <a:xfrm rot="780000" flipH="1">
                <a:off x="10104425" y="4458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1" name="Google Shape;711;p23"/>
              <p:cNvCxnSpPr/>
              <p:nvPr/>
            </p:nvCxnSpPr>
            <p:spPr>
              <a:xfrm rot="900000" flipH="1">
                <a:off x="10240513" y="47948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2" name="Google Shape;712;p23"/>
              <p:cNvCxnSpPr/>
              <p:nvPr/>
            </p:nvCxnSpPr>
            <p:spPr>
              <a:xfrm rot="1080000" flipH="1">
                <a:off x="10373882" y="52435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3" name="Google Shape;713;p23"/>
              <p:cNvCxnSpPr/>
              <p:nvPr/>
            </p:nvCxnSpPr>
            <p:spPr>
              <a:xfrm rot="1200000" flipH="1">
                <a:off x="10505632" y="570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4" name="Google Shape;714;p23"/>
              <p:cNvCxnSpPr/>
              <p:nvPr/>
            </p:nvCxnSpPr>
            <p:spPr>
              <a:xfrm rot="1320000" flipH="1">
                <a:off x="10637382" y="62134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5" name="Google Shape;715;p23"/>
              <p:cNvCxnSpPr/>
              <p:nvPr/>
            </p:nvCxnSpPr>
            <p:spPr>
              <a:xfrm rot="1440000" flipH="1">
                <a:off x="10760965" y="69043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6" name="Google Shape;716;p23"/>
              <p:cNvCxnSpPr/>
              <p:nvPr/>
            </p:nvCxnSpPr>
            <p:spPr>
              <a:xfrm rot="1620000" flipH="1">
                <a:off x="10888991" y="755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7" name="Google Shape;717;p23"/>
              <p:cNvCxnSpPr/>
              <p:nvPr/>
            </p:nvCxnSpPr>
            <p:spPr>
              <a:xfrm rot="1740000" flipH="1">
                <a:off x="11010193" y="81974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8" name="Google Shape;718;p23"/>
              <p:cNvCxnSpPr/>
              <p:nvPr/>
            </p:nvCxnSpPr>
            <p:spPr>
              <a:xfrm rot="1860000" flipH="1">
                <a:off x="11129014" y="89566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9" name="Google Shape;719;p23"/>
              <p:cNvCxnSpPr/>
              <p:nvPr/>
            </p:nvCxnSpPr>
            <p:spPr>
              <a:xfrm rot="1980000" flipH="1">
                <a:off x="11249872" y="968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0" name="Google Shape;720;p23"/>
              <p:cNvCxnSpPr/>
              <p:nvPr/>
            </p:nvCxnSpPr>
            <p:spPr>
              <a:xfrm rot="2160000" flipH="1">
                <a:off x="11366875" y="10480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1" name="Google Shape;721;p23"/>
              <p:cNvCxnSpPr/>
              <p:nvPr/>
            </p:nvCxnSpPr>
            <p:spPr>
              <a:xfrm rot="2280000" flipH="1">
                <a:off x="11474058" y="11315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2" name="Google Shape;722;p23"/>
              <p:cNvCxnSpPr/>
              <p:nvPr/>
            </p:nvCxnSpPr>
            <p:spPr>
              <a:xfrm rot="2400000" flipH="1">
                <a:off x="11583303" y="122179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3" name="Google Shape;723;p23"/>
              <p:cNvCxnSpPr/>
              <p:nvPr/>
            </p:nvCxnSpPr>
            <p:spPr>
              <a:xfrm rot="2520000" flipH="1">
                <a:off x="11685344" y="132177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4" name="Google Shape;724;p23"/>
              <p:cNvCxnSpPr/>
              <p:nvPr/>
            </p:nvCxnSpPr>
            <p:spPr>
              <a:xfrm rot="2700000" flipH="1">
                <a:off x="11787704" y="14176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5" name="Google Shape;725;p23"/>
              <p:cNvCxnSpPr/>
              <p:nvPr/>
            </p:nvCxnSpPr>
            <p:spPr>
              <a:xfrm rot="2820000" flipH="1">
                <a:off x="11880859" y="15179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6" name="Google Shape;726;p23"/>
              <p:cNvCxnSpPr/>
              <p:nvPr/>
            </p:nvCxnSpPr>
            <p:spPr>
              <a:xfrm rot="2940000" flipH="1">
                <a:off x="11969252" y="162743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7" name="Google Shape;727;p23"/>
              <p:cNvCxnSpPr/>
              <p:nvPr/>
            </p:nvCxnSpPr>
            <p:spPr>
              <a:xfrm rot="3060000" flipH="1">
                <a:off x="12062016" y="173601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8" name="Google Shape;728;p23"/>
              <p:cNvCxnSpPr/>
              <p:nvPr/>
            </p:nvCxnSpPr>
            <p:spPr>
              <a:xfrm flipH="1">
                <a:off x="12074680" y="1910249"/>
                <a:ext cx="117320" cy="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9" name="Google Shape;729;p23"/>
              <p:cNvCxnSpPr/>
              <p:nvPr/>
            </p:nvCxnSpPr>
            <p:spPr>
              <a:xfrm flipH="1">
                <a:off x="12149943" y="2083594"/>
                <a:ext cx="39676" cy="2143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0" name="Google Shape;730;p23"/>
              <p:cNvCxnSpPr/>
              <p:nvPr/>
            </p:nvCxnSpPr>
            <p:spPr>
              <a:xfrm rot="-180000" flipH="1">
                <a:off x="9127990" y="33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1" name="Google Shape;731;p23"/>
              <p:cNvCxnSpPr/>
              <p:nvPr/>
            </p:nvCxnSpPr>
            <p:spPr>
              <a:xfrm rot="-300000" flipH="1">
                <a:off x="8987576" y="33663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2" name="Google Shape;732;p23"/>
              <p:cNvCxnSpPr/>
              <p:nvPr/>
            </p:nvCxnSpPr>
            <p:spPr>
              <a:xfrm rot="-420000" flipH="1">
                <a:off x="8844859" y="35117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3" name="Google Shape;733;p23"/>
              <p:cNvCxnSpPr/>
              <p:nvPr/>
            </p:nvCxnSpPr>
            <p:spPr>
              <a:xfrm rot="-540000" flipH="1">
                <a:off x="8706904" y="3657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4" name="Google Shape;734;p23"/>
              <p:cNvCxnSpPr/>
              <p:nvPr/>
            </p:nvCxnSpPr>
            <p:spPr>
              <a:xfrm rot="-720000" flipH="1">
                <a:off x="8568008" y="3878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5" name="Google Shape;735;p23"/>
              <p:cNvCxnSpPr/>
              <p:nvPr/>
            </p:nvCxnSpPr>
            <p:spPr>
              <a:xfrm rot="-840000" flipH="1">
                <a:off x="8429112" y="4100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6" name="Google Shape;736;p23"/>
              <p:cNvCxnSpPr/>
              <p:nvPr/>
            </p:nvCxnSpPr>
            <p:spPr>
              <a:xfrm rot="-960000" flipH="1">
                <a:off x="8294968" y="4462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7" name="Google Shape;737;p23"/>
              <p:cNvCxnSpPr/>
              <p:nvPr/>
            </p:nvCxnSpPr>
            <p:spPr>
              <a:xfrm rot="-1080000" flipH="1">
                <a:off x="8160824" y="48237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8" name="Google Shape;738;p23"/>
              <p:cNvCxnSpPr/>
              <p:nvPr/>
            </p:nvCxnSpPr>
            <p:spPr>
              <a:xfrm rot="-1260000" flipH="1">
                <a:off x="8027689" y="53184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9" name="Google Shape;739;p23"/>
              <p:cNvCxnSpPr/>
              <p:nvPr/>
            </p:nvCxnSpPr>
            <p:spPr>
              <a:xfrm rot="-1380000" flipH="1">
                <a:off x="7894554" y="58132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0" name="Google Shape;740;p23"/>
              <p:cNvCxnSpPr/>
              <p:nvPr/>
            </p:nvCxnSpPr>
            <p:spPr>
              <a:xfrm rot="-1500000" flipH="1">
                <a:off x="7761419" y="63079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1" name="Google Shape;741;p23"/>
              <p:cNvCxnSpPr/>
              <p:nvPr/>
            </p:nvCxnSpPr>
            <p:spPr>
              <a:xfrm rot="-1620000" flipH="1">
                <a:off x="7636645" y="6898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2" name="Google Shape;742;p23"/>
              <p:cNvCxnSpPr/>
              <p:nvPr/>
            </p:nvCxnSpPr>
            <p:spPr>
              <a:xfrm rot="-1800000" flipH="1">
                <a:off x="7511871" y="75119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3" name="Google Shape;743;p23"/>
              <p:cNvCxnSpPr/>
              <p:nvPr/>
            </p:nvCxnSpPr>
            <p:spPr>
              <a:xfrm rot="-1920000" flipH="1">
                <a:off x="7387899" y="81977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4" name="Google Shape;744;p23"/>
              <p:cNvCxnSpPr/>
              <p:nvPr/>
            </p:nvCxnSpPr>
            <p:spPr>
              <a:xfrm rot="-2040000" flipH="1">
                <a:off x="7268530" y="8931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5" name="Google Shape;745;p23"/>
              <p:cNvCxnSpPr/>
              <p:nvPr/>
            </p:nvCxnSpPr>
            <p:spPr>
              <a:xfrm rot="-2160000" flipH="1">
                <a:off x="7152030" y="9765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6" name="Google Shape;746;p23"/>
              <p:cNvCxnSpPr/>
              <p:nvPr/>
            </p:nvCxnSpPr>
            <p:spPr>
              <a:xfrm rot="-2340000" flipH="1">
                <a:off x="7041695" y="10600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7" name="Google Shape;747;p23"/>
              <p:cNvCxnSpPr/>
              <p:nvPr/>
            </p:nvCxnSpPr>
            <p:spPr>
              <a:xfrm rot="-2460000" flipH="1">
                <a:off x="6931360" y="114346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8" name="Google Shape;748;p23"/>
              <p:cNvCxnSpPr/>
              <p:nvPr/>
            </p:nvCxnSpPr>
            <p:spPr>
              <a:xfrm rot="-2580000" flipH="1">
                <a:off x="6819070" y="123586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9" name="Google Shape;749;p23"/>
              <p:cNvCxnSpPr/>
              <p:nvPr/>
            </p:nvCxnSpPr>
            <p:spPr>
              <a:xfrm rot="-2700000" flipH="1">
                <a:off x="6721359" y="133274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0" name="Google Shape;750;p23"/>
              <p:cNvCxnSpPr/>
              <p:nvPr/>
            </p:nvCxnSpPr>
            <p:spPr>
              <a:xfrm rot="-2880000" flipH="1">
                <a:off x="6617467" y="1429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1" name="Google Shape;751;p23"/>
              <p:cNvCxnSpPr/>
              <p:nvPr/>
            </p:nvCxnSpPr>
            <p:spPr>
              <a:xfrm rot="-3000000" flipH="1">
                <a:off x="6520032" y="15272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2" name="Google Shape;752;p23"/>
              <p:cNvCxnSpPr/>
              <p:nvPr/>
            </p:nvCxnSpPr>
            <p:spPr>
              <a:xfrm rot="-3120000" flipH="1">
                <a:off x="6429579" y="16416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3" name="Google Shape;753;p23"/>
              <p:cNvCxnSpPr/>
              <p:nvPr/>
            </p:nvCxnSpPr>
            <p:spPr>
              <a:xfrm rot="-3240000" flipH="1">
                <a:off x="6340532" y="1750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4" name="Google Shape;754;p23"/>
              <p:cNvCxnSpPr/>
              <p:nvPr/>
            </p:nvCxnSpPr>
            <p:spPr>
              <a:xfrm rot="-3420000" flipH="1">
                <a:off x="6261757" y="18601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5" name="Google Shape;755;p23"/>
              <p:cNvCxnSpPr/>
              <p:nvPr/>
            </p:nvCxnSpPr>
            <p:spPr>
              <a:xfrm rot="-3540000" flipH="1">
                <a:off x="6184144" y="19796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6" name="Google Shape;756;p23"/>
              <p:cNvCxnSpPr/>
              <p:nvPr/>
            </p:nvCxnSpPr>
            <p:spPr>
              <a:xfrm rot="-3660000" flipH="1">
                <a:off x="6106531" y="20990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7" name="Google Shape;757;p23"/>
              <p:cNvCxnSpPr/>
              <p:nvPr/>
            </p:nvCxnSpPr>
            <p:spPr>
              <a:xfrm rot="-3780000" flipH="1">
                <a:off x="6043206" y="222255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8" name="Google Shape;758;p23"/>
              <p:cNvCxnSpPr/>
              <p:nvPr/>
            </p:nvCxnSpPr>
            <p:spPr>
              <a:xfrm rot="-3960000" flipH="1">
                <a:off x="5978913" y="234430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9" name="Google Shape;759;p23"/>
              <p:cNvCxnSpPr/>
              <p:nvPr/>
            </p:nvCxnSpPr>
            <p:spPr>
              <a:xfrm rot="-4080000" flipH="1">
                <a:off x="5912438" y="24706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0" name="Google Shape;760;p23"/>
              <p:cNvCxnSpPr/>
              <p:nvPr/>
            </p:nvCxnSpPr>
            <p:spPr>
              <a:xfrm rot="-4200000" flipH="1">
                <a:off x="5858875" y="260092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1" name="Google Shape;761;p23"/>
              <p:cNvCxnSpPr/>
              <p:nvPr/>
            </p:nvCxnSpPr>
            <p:spPr>
              <a:xfrm rot="-4320000" flipH="1">
                <a:off x="5808182" y="273404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2" name="Google Shape;762;p23"/>
              <p:cNvCxnSpPr/>
              <p:nvPr/>
            </p:nvCxnSpPr>
            <p:spPr>
              <a:xfrm rot="-4500000" flipH="1">
                <a:off x="5773263" y="28668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3" name="Google Shape;763;p23"/>
              <p:cNvCxnSpPr/>
              <p:nvPr/>
            </p:nvCxnSpPr>
            <p:spPr>
              <a:xfrm rot="-4620000" flipH="1">
                <a:off x="5735963" y="300206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4" name="Google Shape;764;p23"/>
              <p:cNvCxnSpPr/>
              <p:nvPr/>
            </p:nvCxnSpPr>
            <p:spPr>
              <a:xfrm rot="-4740000" flipH="1">
                <a:off x="5700105" y="31389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5" name="Google Shape;765;p23"/>
              <p:cNvCxnSpPr/>
              <p:nvPr/>
            </p:nvCxnSpPr>
            <p:spPr>
              <a:xfrm rot="-4860000" flipH="1">
                <a:off x="5665939" y="327548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6" name="Google Shape;766;p23"/>
              <p:cNvCxnSpPr/>
              <p:nvPr/>
            </p:nvCxnSpPr>
            <p:spPr>
              <a:xfrm rot="-5040000" flipH="1">
                <a:off x="5644476" y="341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7" name="Google Shape;767;p23"/>
              <p:cNvCxnSpPr/>
              <p:nvPr/>
            </p:nvCxnSpPr>
            <p:spPr>
              <a:xfrm rot="-5160000" flipH="1">
                <a:off x="5626530" y="3554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8" name="Google Shape;768;p23"/>
              <p:cNvCxnSpPr/>
              <p:nvPr/>
            </p:nvCxnSpPr>
            <p:spPr>
              <a:xfrm rot="-5280000" flipH="1">
                <a:off x="5616429" y="36918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9" name="Google Shape;769;p23"/>
              <p:cNvCxnSpPr/>
              <p:nvPr/>
            </p:nvCxnSpPr>
            <p:spPr>
              <a:xfrm rot="-5400000" flipH="1">
                <a:off x="5611319" y="38353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0" name="Google Shape;770;p23"/>
              <p:cNvCxnSpPr/>
              <p:nvPr/>
            </p:nvCxnSpPr>
            <p:spPr>
              <a:xfrm rot="-5580000" flipH="1">
                <a:off x="5608540" y="397572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1" name="Google Shape;771;p23"/>
              <p:cNvCxnSpPr/>
              <p:nvPr/>
            </p:nvCxnSpPr>
            <p:spPr>
              <a:xfrm rot="-5700000" flipH="1">
                <a:off x="5605761" y="41160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2" name="Google Shape;772;p23"/>
              <p:cNvCxnSpPr/>
              <p:nvPr/>
            </p:nvCxnSpPr>
            <p:spPr>
              <a:xfrm rot="-5820000" flipH="1">
                <a:off x="5624195" y="425421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3" name="Google Shape;773;p23"/>
              <p:cNvCxnSpPr/>
              <p:nvPr/>
            </p:nvCxnSpPr>
            <p:spPr>
              <a:xfrm rot="-5940000" flipH="1">
                <a:off x="5642629" y="43923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4" name="Google Shape;774;p23"/>
              <p:cNvCxnSpPr/>
              <p:nvPr/>
            </p:nvCxnSpPr>
            <p:spPr>
              <a:xfrm rot="-6120000" flipH="1">
                <a:off x="5654818" y="45363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5" name="Google Shape;775;p23"/>
              <p:cNvCxnSpPr/>
              <p:nvPr/>
            </p:nvCxnSpPr>
            <p:spPr>
              <a:xfrm rot="-6240000" flipH="1">
                <a:off x="5684446" y="467136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6" name="Google Shape;776;p23"/>
              <p:cNvCxnSpPr/>
              <p:nvPr/>
            </p:nvCxnSpPr>
            <p:spPr>
              <a:xfrm rot="-6360000" flipH="1">
                <a:off x="5714074" y="48087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7" name="Google Shape;777;p23"/>
              <p:cNvCxnSpPr/>
              <p:nvPr/>
            </p:nvCxnSpPr>
            <p:spPr>
              <a:xfrm rot="-6480000" flipH="1">
                <a:off x="5748464" y="49484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8" name="Google Shape;778;p23"/>
              <p:cNvCxnSpPr/>
              <p:nvPr/>
            </p:nvCxnSpPr>
            <p:spPr>
              <a:xfrm rot="-6660000" flipH="1">
                <a:off x="5792091" y="507760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9" name="Google Shape;779;p23"/>
              <p:cNvCxnSpPr/>
              <p:nvPr/>
            </p:nvCxnSpPr>
            <p:spPr>
              <a:xfrm rot="-6780000" flipH="1">
                <a:off x="5847441" y="52112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0" name="Google Shape;780;p23"/>
              <p:cNvCxnSpPr/>
              <p:nvPr/>
            </p:nvCxnSpPr>
            <p:spPr>
              <a:xfrm rot="-6900000" flipH="1">
                <a:off x="5900410" y="53424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1" name="Google Shape;781;p23"/>
              <p:cNvCxnSpPr/>
              <p:nvPr/>
            </p:nvCxnSpPr>
            <p:spPr>
              <a:xfrm rot="-7020000" flipH="1">
                <a:off x="5955760" y="547369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782" name="Google Shape;782;p23"/>
          <p:cNvSpPr txBox="1">
            <a:spLocks noGrp="1"/>
          </p:cNvSpPr>
          <p:nvPr>
            <p:ph type="body" idx="1"/>
          </p:nvPr>
        </p:nvSpPr>
        <p:spPr>
          <a:xfrm>
            <a:off x="54850" y="4040912"/>
            <a:ext cx="7651200" cy="26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>
                <a:solidFill>
                  <a:srgbClr val="FFFF00"/>
                </a:solidFill>
              </a:rPr>
              <a:t>Conv layer 1</a:t>
            </a:r>
            <a:r>
              <a:rPr lang="en-US" sz="2000" b="1" dirty="0"/>
              <a:t> </a:t>
            </a:r>
            <a:r>
              <a:rPr lang="en-US" sz="2000" dirty="0"/>
              <a:t>- </a:t>
            </a:r>
            <a:r>
              <a:rPr lang="en-US" sz="2000" b="1" dirty="0"/>
              <a:t>64</a:t>
            </a:r>
            <a:r>
              <a:rPr lang="en-US" sz="2000" dirty="0"/>
              <a:t> Neurons - activation function: </a:t>
            </a:r>
            <a:r>
              <a:rPr lang="en-US" sz="2000" b="1" dirty="0" err="1"/>
              <a:t>ReLU</a:t>
            </a:r>
            <a:r>
              <a:rPr lang="en-US" sz="2000" b="1" dirty="0"/>
              <a:t> </a:t>
            </a:r>
            <a:endParaRPr sz="2000" b="1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First </a:t>
            </a:r>
            <a:r>
              <a:rPr lang="en-US" sz="2000" b="1" dirty="0">
                <a:solidFill>
                  <a:srgbClr val="FFFF00"/>
                </a:solidFill>
              </a:rPr>
              <a:t>Max pooling</a:t>
            </a:r>
            <a:r>
              <a:rPr lang="en-US" sz="2000" dirty="0"/>
              <a:t> layer - pool size: (4,4)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>
                <a:solidFill>
                  <a:srgbClr val="FFFF00"/>
                </a:solidFill>
              </a:rPr>
              <a:t>Conv layer 2</a:t>
            </a:r>
            <a:r>
              <a:rPr lang="en-US" sz="2000" dirty="0"/>
              <a:t> - </a:t>
            </a:r>
            <a:r>
              <a:rPr lang="en-US" sz="2000" b="1" dirty="0"/>
              <a:t>64</a:t>
            </a:r>
            <a:r>
              <a:rPr lang="en-US" sz="2000" dirty="0"/>
              <a:t> Neurons - activation function: </a:t>
            </a:r>
            <a:r>
              <a:rPr lang="en-US" sz="2000" b="1" dirty="0" err="1"/>
              <a:t>ReLU</a:t>
            </a:r>
            <a:endParaRPr sz="2000" b="1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Second </a:t>
            </a:r>
            <a:r>
              <a:rPr lang="en-US" sz="2000" b="1" dirty="0">
                <a:solidFill>
                  <a:srgbClr val="FFFF00"/>
                </a:solidFill>
              </a:rPr>
              <a:t>Max pooling</a:t>
            </a:r>
            <a:r>
              <a:rPr lang="en-US" sz="2000" dirty="0"/>
              <a:t> layer - pool size: (2,2)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>
                <a:solidFill>
                  <a:srgbClr val="FFFF00"/>
                </a:solidFill>
              </a:rPr>
              <a:t>Flatten </a:t>
            </a:r>
            <a:r>
              <a:rPr lang="en-US" sz="2000" dirty="0">
                <a:solidFill>
                  <a:schemeClr val="bg1"/>
                </a:solidFill>
              </a:rPr>
              <a:t>layer</a:t>
            </a:r>
            <a:endParaRPr sz="2000" b="1" dirty="0">
              <a:solidFill>
                <a:srgbClr val="FFFF00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>
                <a:solidFill>
                  <a:srgbClr val="FFFF00"/>
                </a:solidFill>
              </a:rPr>
              <a:t>Dropout layer</a:t>
            </a:r>
            <a:r>
              <a:rPr lang="en-US" sz="2000" dirty="0"/>
              <a:t> (prevents neuron interdependencies and overfitting)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>
                <a:solidFill>
                  <a:srgbClr val="FFFF00"/>
                </a:solidFill>
              </a:rPr>
              <a:t>Fully Connected layer </a:t>
            </a:r>
            <a:r>
              <a:rPr lang="en-US" sz="2000" dirty="0"/>
              <a:t>- </a:t>
            </a:r>
            <a:r>
              <a:rPr lang="en-US" sz="2000" b="1" dirty="0"/>
              <a:t>36</a:t>
            </a:r>
            <a:r>
              <a:rPr lang="en-US" sz="2000" dirty="0"/>
              <a:t> neurons 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Output layer activation function: </a:t>
            </a:r>
            <a:r>
              <a:rPr lang="en-US" sz="2000" b="1" dirty="0" err="1">
                <a:solidFill>
                  <a:srgbClr val="FFFF00"/>
                </a:solidFill>
              </a:rPr>
              <a:t>Softmax</a:t>
            </a:r>
            <a:endParaRPr sz="2000" b="1" dirty="0">
              <a:solidFill>
                <a:srgbClr val="FFFF00"/>
              </a:solidFill>
            </a:endParaRPr>
          </a:p>
        </p:txBody>
      </p:sp>
      <p:grpSp>
        <p:nvGrpSpPr>
          <p:cNvPr id="783" name="Google Shape;783;p23"/>
          <p:cNvGrpSpPr/>
          <p:nvPr/>
        </p:nvGrpSpPr>
        <p:grpSpPr>
          <a:xfrm rot="-6207356">
            <a:off x="7397553" y="-618463"/>
            <a:ext cx="4914838" cy="4271247"/>
            <a:chOff x="5281603" y="104899"/>
            <a:chExt cx="6910397" cy="6005491"/>
          </a:xfrm>
        </p:grpSpPr>
        <p:sp>
          <p:nvSpPr>
            <p:cNvPr id="784" name="Google Shape;784;p23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5" name="Google Shape;785;p23"/>
            <p:cNvGrpSpPr/>
            <p:nvPr/>
          </p:nvGrpSpPr>
          <p:grpSpPr>
            <a:xfrm>
              <a:off x="5516218" y="331504"/>
              <a:ext cx="6675782" cy="5276630"/>
              <a:chOff x="5516218" y="331504"/>
              <a:chExt cx="6675782" cy="5276630"/>
            </a:xfrm>
          </p:grpSpPr>
          <p:cxnSp>
            <p:nvCxnSpPr>
              <p:cNvPr id="786" name="Google Shape;786;p23"/>
              <p:cNvCxnSpPr/>
              <p:nvPr/>
            </p:nvCxnSpPr>
            <p:spPr>
              <a:xfrm flipH="1">
                <a:off x="9266924" y="331504"/>
                <a:ext cx="3300" cy="18300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7" name="Google Shape;787;p23"/>
              <p:cNvCxnSpPr/>
              <p:nvPr/>
            </p:nvCxnSpPr>
            <p:spPr>
              <a:xfrm flipH="1">
                <a:off x="9408995" y="338389"/>
                <a:ext cx="3300" cy="182809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8" name="Google Shape;788;p23"/>
              <p:cNvCxnSpPr/>
              <p:nvPr/>
            </p:nvCxnSpPr>
            <p:spPr>
              <a:xfrm rot="311666" flipH="1">
                <a:off x="9551712" y="347599"/>
                <a:ext cx="3314" cy="18285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9" name="Google Shape;789;p23"/>
              <p:cNvCxnSpPr/>
              <p:nvPr/>
            </p:nvCxnSpPr>
            <p:spPr>
              <a:xfrm rot="311666" flipH="1">
                <a:off x="9688784" y="368111"/>
                <a:ext cx="3314" cy="182811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0" name="Google Shape;790;p23"/>
              <p:cNvCxnSpPr/>
              <p:nvPr/>
            </p:nvCxnSpPr>
            <p:spPr>
              <a:xfrm rot="618291" flipH="1">
                <a:off x="9824967" y="389198"/>
                <a:ext cx="3354" cy="18283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1" name="Google Shape;791;p23"/>
              <p:cNvCxnSpPr/>
              <p:nvPr/>
            </p:nvCxnSpPr>
            <p:spPr>
              <a:xfrm rot="618291" flipH="1">
                <a:off x="9966950" y="417581"/>
                <a:ext cx="3354" cy="182744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2" name="Google Shape;792;p23"/>
              <p:cNvCxnSpPr/>
              <p:nvPr/>
            </p:nvCxnSpPr>
            <p:spPr>
              <a:xfrm rot="915307" flipH="1">
                <a:off x="10104435" y="445810"/>
                <a:ext cx="3421" cy="182878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3" name="Google Shape;793;p23"/>
              <p:cNvCxnSpPr/>
              <p:nvPr/>
            </p:nvCxnSpPr>
            <p:spPr>
              <a:xfrm rot="915307" flipH="1">
                <a:off x="10240455" y="479464"/>
                <a:ext cx="3421" cy="182947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4" name="Google Shape;794;p23"/>
              <p:cNvCxnSpPr/>
              <p:nvPr/>
            </p:nvCxnSpPr>
            <p:spPr>
              <a:xfrm rot="915307" flipH="1">
                <a:off x="10373889" y="524449"/>
                <a:ext cx="3421" cy="1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5" name="Google Shape;795;p23"/>
              <p:cNvCxnSpPr/>
              <p:nvPr/>
            </p:nvCxnSpPr>
            <p:spPr>
              <a:xfrm rot="1198986" flipH="1">
                <a:off x="10505592" y="570635"/>
                <a:ext cx="3511" cy="18287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6" name="Google Shape;796;p23"/>
              <p:cNvCxnSpPr/>
              <p:nvPr/>
            </p:nvCxnSpPr>
            <p:spPr>
              <a:xfrm rot="1308085" flipH="1">
                <a:off x="10637591" y="621398"/>
                <a:ext cx="3231" cy="182781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7" name="Google Shape;797;p23"/>
              <p:cNvCxnSpPr/>
              <p:nvPr/>
            </p:nvCxnSpPr>
            <p:spPr>
              <a:xfrm rot="1593903" flipH="1">
                <a:off x="10761027" y="690377"/>
                <a:ext cx="3354" cy="18291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8" name="Google Shape;798;p23"/>
              <p:cNvCxnSpPr/>
              <p:nvPr/>
            </p:nvCxnSpPr>
            <p:spPr>
              <a:xfrm rot="1593903" flipH="1">
                <a:off x="10888986" y="755092"/>
                <a:ext cx="3354" cy="18287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9" name="Google Shape;799;p23"/>
              <p:cNvCxnSpPr/>
              <p:nvPr/>
            </p:nvCxnSpPr>
            <p:spPr>
              <a:xfrm rot="1593903" flipH="1">
                <a:off x="11010128" y="819779"/>
                <a:ext cx="3354" cy="182903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0" name="Google Shape;800;p23"/>
              <p:cNvCxnSpPr/>
              <p:nvPr/>
            </p:nvCxnSpPr>
            <p:spPr>
              <a:xfrm rot="1857825" flipH="1">
                <a:off x="11128912" y="895644"/>
                <a:ext cx="3499" cy="18300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1" name="Google Shape;801;p23"/>
              <p:cNvCxnSpPr/>
              <p:nvPr/>
            </p:nvCxnSpPr>
            <p:spPr>
              <a:xfrm rot="2021404" flipH="1">
                <a:off x="11250021" y="968110"/>
                <a:ext cx="3245" cy="182814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2" name="Google Shape;802;p23"/>
              <p:cNvCxnSpPr/>
              <p:nvPr/>
            </p:nvCxnSpPr>
            <p:spPr>
              <a:xfrm rot="2272499" flipH="1">
                <a:off x="11366932" y="1048054"/>
                <a:ext cx="3421" cy="18278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3" name="Google Shape;803;p23"/>
              <p:cNvCxnSpPr/>
              <p:nvPr/>
            </p:nvCxnSpPr>
            <p:spPr>
              <a:xfrm rot="2272499" flipH="1">
                <a:off x="11474078" y="1131536"/>
                <a:ext cx="3421" cy="18273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4" name="Google Shape;804;p23"/>
              <p:cNvCxnSpPr/>
              <p:nvPr/>
            </p:nvCxnSpPr>
            <p:spPr>
              <a:xfrm rot="2272499" flipH="1">
                <a:off x="11583216" y="1221816"/>
                <a:ext cx="3421" cy="18291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5" name="Google Shape;805;p23"/>
              <p:cNvCxnSpPr/>
              <p:nvPr/>
            </p:nvCxnSpPr>
            <p:spPr>
              <a:xfrm rot="2700000" flipH="1">
                <a:off x="11685390" y="1321697"/>
                <a:ext cx="3394" cy="18289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6" name="Google Shape;806;p23"/>
              <p:cNvCxnSpPr/>
              <p:nvPr/>
            </p:nvCxnSpPr>
            <p:spPr>
              <a:xfrm rot="2700000" flipH="1">
                <a:off x="11787712" y="1417633"/>
                <a:ext cx="3394" cy="182858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7" name="Google Shape;807;p23"/>
              <p:cNvCxnSpPr/>
              <p:nvPr/>
            </p:nvCxnSpPr>
            <p:spPr>
              <a:xfrm rot="2700000" flipH="1">
                <a:off x="11880791" y="1517966"/>
                <a:ext cx="3394" cy="182969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8" name="Google Shape;808;p23"/>
              <p:cNvCxnSpPr/>
              <p:nvPr/>
            </p:nvCxnSpPr>
            <p:spPr>
              <a:xfrm rot="3127501" flipH="1">
                <a:off x="11969312" y="1627379"/>
                <a:ext cx="3421" cy="182877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9" name="Google Shape;809;p23"/>
              <p:cNvCxnSpPr/>
              <p:nvPr/>
            </p:nvCxnSpPr>
            <p:spPr>
              <a:xfrm rot="3127501" flipH="1">
                <a:off x="12061983" y="1735971"/>
                <a:ext cx="3421" cy="183008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0" name="Google Shape;810;p23"/>
              <p:cNvCxnSpPr/>
              <p:nvPr/>
            </p:nvCxnSpPr>
            <p:spPr>
              <a:xfrm flipH="1">
                <a:off x="12074700" y="1910249"/>
                <a:ext cx="117300" cy="8280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1" name="Google Shape;811;p23"/>
              <p:cNvCxnSpPr/>
              <p:nvPr/>
            </p:nvCxnSpPr>
            <p:spPr>
              <a:xfrm flipH="1">
                <a:off x="12150019" y="2083594"/>
                <a:ext cx="39600" cy="2130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2" name="Google Shape;812;p23"/>
              <p:cNvCxnSpPr/>
              <p:nvPr/>
            </p:nvCxnSpPr>
            <p:spPr>
              <a:xfrm rot="-311666" flipH="1">
                <a:off x="9128089" y="334311"/>
                <a:ext cx="3314" cy="18295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3" name="Google Shape;813;p23"/>
              <p:cNvCxnSpPr/>
              <p:nvPr/>
            </p:nvCxnSpPr>
            <p:spPr>
              <a:xfrm rot="-311666" flipH="1">
                <a:off x="8987637" y="336637"/>
                <a:ext cx="3314" cy="182793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4" name="Google Shape;814;p23"/>
              <p:cNvCxnSpPr/>
              <p:nvPr/>
            </p:nvCxnSpPr>
            <p:spPr>
              <a:xfrm rot="-311666" flipH="1">
                <a:off x="8844890" y="351124"/>
                <a:ext cx="3314" cy="182853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5" name="Google Shape;815;p23"/>
              <p:cNvCxnSpPr/>
              <p:nvPr/>
            </p:nvCxnSpPr>
            <p:spPr>
              <a:xfrm rot="-618291" flipH="1">
                <a:off x="8706896" y="365762"/>
                <a:ext cx="3354" cy="18283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6" name="Google Shape;816;p23"/>
              <p:cNvCxnSpPr/>
              <p:nvPr/>
            </p:nvCxnSpPr>
            <p:spPr>
              <a:xfrm rot="-618291" flipH="1">
                <a:off x="8568076" y="387829"/>
                <a:ext cx="3354" cy="182814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7" name="Google Shape;817;p23"/>
              <p:cNvCxnSpPr/>
              <p:nvPr/>
            </p:nvCxnSpPr>
            <p:spPr>
              <a:xfrm rot="-915307" flipH="1">
                <a:off x="8429024" y="410117"/>
                <a:ext cx="3421" cy="18270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8" name="Google Shape;818;p23"/>
              <p:cNvCxnSpPr/>
              <p:nvPr/>
            </p:nvCxnSpPr>
            <p:spPr>
              <a:xfrm rot="-915307" flipH="1">
                <a:off x="8294932" y="446202"/>
                <a:ext cx="3421" cy="18288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9" name="Google Shape;819;p23"/>
              <p:cNvCxnSpPr/>
              <p:nvPr/>
            </p:nvCxnSpPr>
            <p:spPr>
              <a:xfrm rot="-915307" flipH="1">
                <a:off x="8160718" y="482320"/>
                <a:ext cx="3421" cy="1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0" name="Google Shape;820;p23"/>
              <p:cNvCxnSpPr/>
              <p:nvPr/>
            </p:nvCxnSpPr>
            <p:spPr>
              <a:xfrm rot="-1198986" flipH="1">
                <a:off x="8027495" y="531863"/>
                <a:ext cx="3511" cy="182799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1" name="Google Shape;821;p23"/>
              <p:cNvCxnSpPr/>
              <p:nvPr/>
            </p:nvCxnSpPr>
            <p:spPr>
              <a:xfrm rot="-1308085" flipH="1">
                <a:off x="7894669" y="581267"/>
                <a:ext cx="3231" cy="182819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2" name="Google Shape;822;p23"/>
              <p:cNvCxnSpPr/>
              <p:nvPr/>
            </p:nvCxnSpPr>
            <p:spPr>
              <a:xfrm rot="-1593903" flipH="1">
                <a:off x="7761533" y="630796"/>
                <a:ext cx="3354" cy="18279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3" name="Google Shape;823;p23"/>
              <p:cNvCxnSpPr/>
              <p:nvPr/>
            </p:nvCxnSpPr>
            <p:spPr>
              <a:xfrm rot="-1593903" flipH="1">
                <a:off x="7636714" y="689764"/>
                <a:ext cx="3354" cy="18287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4" name="Google Shape;824;p23"/>
              <p:cNvCxnSpPr/>
              <p:nvPr/>
            </p:nvCxnSpPr>
            <p:spPr>
              <a:xfrm rot="-1857825" flipH="1">
                <a:off x="7511819" y="751233"/>
                <a:ext cx="3499" cy="182928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5" name="Google Shape;825;p23"/>
              <p:cNvCxnSpPr/>
              <p:nvPr/>
            </p:nvCxnSpPr>
            <p:spPr>
              <a:xfrm rot="-1857825" flipH="1">
                <a:off x="7387780" y="819775"/>
                <a:ext cx="3499" cy="182881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6" name="Google Shape;826;p23"/>
              <p:cNvCxnSpPr/>
              <p:nvPr/>
            </p:nvCxnSpPr>
            <p:spPr>
              <a:xfrm rot="-2021404" flipH="1">
                <a:off x="7268679" y="893095"/>
                <a:ext cx="3245" cy="18280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7" name="Google Shape;827;p23"/>
              <p:cNvCxnSpPr/>
              <p:nvPr/>
            </p:nvCxnSpPr>
            <p:spPr>
              <a:xfrm rot="-2272499" flipH="1">
                <a:off x="7151993" y="976659"/>
                <a:ext cx="3421" cy="18278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8" name="Google Shape;828;p23"/>
              <p:cNvCxnSpPr/>
              <p:nvPr/>
            </p:nvCxnSpPr>
            <p:spPr>
              <a:xfrm rot="-2272499" flipH="1">
                <a:off x="7041705" y="1059981"/>
                <a:ext cx="3421" cy="183008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9" name="Google Shape;829;p23"/>
              <p:cNvCxnSpPr/>
              <p:nvPr/>
            </p:nvCxnSpPr>
            <p:spPr>
              <a:xfrm rot="-2272499" flipH="1">
                <a:off x="6931287" y="1143394"/>
                <a:ext cx="3421" cy="182877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0" name="Google Shape;830;p23"/>
              <p:cNvCxnSpPr/>
              <p:nvPr/>
            </p:nvCxnSpPr>
            <p:spPr>
              <a:xfrm rot="-2700000" flipH="1">
                <a:off x="6819149" y="1235887"/>
                <a:ext cx="3394" cy="182969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1" name="Google Shape;831;p23"/>
              <p:cNvCxnSpPr/>
              <p:nvPr/>
            </p:nvCxnSpPr>
            <p:spPr>
              <a:xfrm rot="-2700000" flipH="1">
                <a:off x="6721351" y="1332749"/>
                <a:ext cx="3394" cy="182858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2" name="Google Shape;832;p23"/>
              <p:cNvCxnSpPr/>
              <p:nvPr/>
            </p:nvCxnSpPr>
            <p:spPr>
              <a:xfrm rot="-2700000" flipH="1">
                <a:off x="6617399" y="1429369"/>
                <a:ext cx="3394" cy="18289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3" name="Google Shape;833;p23"/>
              <p:cNvCxnSpPr/>
              <p:nvPr/>
            </p:nvCxnSpPr>
            <p:spPr>
              <a:xfrm rot="-3127501" flipH="1">
                <a:off x="6520062" y="1527341"/>
                <a:ext cx="3421" cy="18291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4" name="Google Shape;834;p23"/>
              <p:cNvCxnSpPr/>
              <p:nvPr/>
            </p:nvCxnSpPr>
            <p:spPr>
              <a:xfrm rot="-3127501" flipH="1">
                <a:off x="6429505" y="1641649"/>
                <a:ext cx="3421" cy="18273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5" name="Google Shape;835;p23"/>
              <p:cNvCxnSpPr/>
              <p:nvPr/>
            </p:nvCxnSpPr>
            <p:spPr>
              <a:xfrm rot="-3127501" flipH="1">
                <a:off x="6340440" y="1750402"/>
                <a:ext cx="3421" cy="18278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6" name="Google Shape;836;p23"/>
              <p:cNvCxnSpPr/>
              <p:nvPr/>
            </p:nvCxnSpPr>
            <p:spPr>
              <a:xfrm rot="-3378596" flipH="1">
                <a:off x="6261818" y="1860136"/>
                <a:ext cx="3245" cy="182814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7" name="Google Shape;837;p23"/>
              <p:cNvCxnSpPr/>
              <p:nvPr/>
            </p:nvCxnSpPr>
            <p:spPr>
              <a:xfrm rot="-3542175" flipH="1">
                <a:off x="6184136" y="1979606"/>
                <a:ext cx="3499" cy="18300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8" name="Google Shape;838;p23"/>
              <p:cNvCxnSpPr/>
              <p:nvPr/>
            </p:nvCxnSpPr>
            <p:spPr>
              <a:xfrm rot="-3806097" flipH="1">
                <a:off x="6106598" y="2099133"/>
                <a:ext cx="3354" cy="182903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9" name="Google Shape;839;p23"/>
              <p:cNvCxnSpPr/>
              <p:nvPr/>
            </p:nvCxnSpPr>
            <p:spPr>
              <a:xfrm rot="-3806097" flipH="1">
                <a:off x="6043223" y="2222585"/>
                <a:ext cx="3354" cy="18287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0" name="Google Shape;840;p23"/>
              <p:cNvCxnSpPr/>
              <p:nvPr/>
            </p:nvCxnSpPr>
            <p:spPr>
              <a:xfrm rot="-3806097" flipH="1">
                <a:off x="5978889" y="2344241"/>
                <a:ext cx="3354" cy="18291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1" name="Google Shape;841;p23"/>
              <p:cNvCxnSpPr/>
              <p:nvPr/>
            </p:nvCxnSpPr>
            <p:spPr>
              <a:xfrm rot="-4091915" flipH="1">
                <a:off x="5912524" y="2470600"/>
                <a:ext cx="3231" cy="182781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2" name="Google Shape;842;p23"/>
              <p:cNvCxnSpPr/>
              <p:nvPr/>
            </p:nvCxnSpPr>
            <p:spPr>
              <a:xfrm rot="-4201014" flipH="1">
                <a:off x="5858821" y="2600905"/>
                <a:ext cx="3511" cy="18287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3" name="Google Shape;843;p23"/>
              <p:cNvCxnSpPr/>
              <p:nvPr/>
            </p:nvCxnSpPr>
            <p:spPr>
              <a:xfrm rot="-4484693" flipH="1">
                <a:off x="5808278" y="2734003"/>
                <a:ext cx="3421" cy="1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4" name="Google Shape;844;p23"/>
              <p:cNvCxnSpPr/>
              <p:nvPr/>
            </p:nvCxnSpPr>
            <p:spPr>
              <a:xfrm rot="-4484693" flipH="1">
                <a:off x="5773265" y="2866871"/>
                <a:ext cx="3421" cy="182947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5" name="Google Shape;845;p23"/>
              <p:cNvCxnSpPr/>
              <p:nvPr/>
            </p:nvCxnSpPr>
            <p:spPr>
              <a:xfrm rot="-4484693" flipH="1">
                <a:off x="5735885" y="3002039"/>
                <a:ext cx="3421" cy="182878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6" name="Google Shape;846;p23"/>
              <p:cNvCxnSpPr/>
              <p:nvPr/>
            </p:nvCxnSpPr>
            <p:spPr>
              <a:xfrm rot="-4781709" flipH="1">
                <a:off x="5700089" y="3138914"/>
                <a:ext cx="3354" cy="182744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7" name="Google Shape;847;p23"/>
              <p:cNvCxnSpPr/>
              <p:nvPr/>
            </p:nvCxnSpPr>
            <p:spPr>
              <a:xfrm rot="-4781709" flipH="1">
                <a:off x="5665910" y="3275431"/>
                <a:ext cx="3354" cy="18283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8" name="Google Shape;848;p23"/>
              <p:cNvCxnSpPr/>
              <p:nvPr/>
            </p:nvCxnSpPr>
            <p:spPr>
              <a:xfrm rot="-5088334" flipH="1">
                <a:off x="5644505" y="3414290"/>
                <a:ext cx="3314" cy="182811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9" name="Google Shape;849;p23"/>
              <p:cNvCxnSpPr/>
              <p:nvPr/>
            </p:nvCxnSpPr>
            <p:spPr>
              <a:xfrm rot="-5088334" flipH="1">
                <a:off x="5626521" y="3554669"/>
                <a:ext cx="3314" cy="18285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0" name="Google Shape;850;p23"/>
              <p:cNvCxnSpPr/>
              <p:nvPr/>
            </p:nvCxnSpPr>
            <p:spPr>
              <a:xfrm rot="-5400000" flipH="1">
                <a:off x="5616501" y="3691780"/>
                <a:ext cx="3300" cy="182809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1" name="Google Shape;851;p23"/>
              <p:cNvCxnSpPr/>
              <p:nvPr/>
            </p:nvCxnSpPr>
            <p:spPr>
              <a:xfrm rot="-5400000" flipH="1">
                <a:off x="5611426" y="3835267"/>
                <a:ext cx="3300" cy="18300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2" name="Google Shape;852;p23"/>
              <p:cNvCxnSpPr/>
              <p:nvPr/>
            </p:nvCxnSpPr>
            <p:spPr>
              <a:xfrm rot="-5711666" flipH="1">
                <a:off x="5608677" y="3975631"/>
                <a:ext cx="3314" cy="18295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3" name="Google Shape;853;p23"/>
              <p:cNvCxnSpPr/>
              <p:nvPr/>
            </p:nvCxnSpPr>
            <p:spPr>
              <a:xfrm rot="-5711666" flipH="1">
                <a:off x="5605761" y="4116100"/>
                <a:ext cx="3314" cy="182793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4" name="Google Shape;854;p23"/>
              <p:cNvCxnSpPr/>
              <p:nvPr/>
            </p:nvCxnSpPr>
            <p:spPr>
              <a:xfrm rot="-5711666" flipH="1">
                <a:off x="5624170" y="4254241"/>
                <a:ext cx="3314" cy="182853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5" name="Google Shape;855;p23"/>
              <p:cNvCxnSpPr/>
              <p:nvPr/>
            </p:nvCxnSpPr>
            <p:spPr>
              <a:xfrm rot="-6018291" flipH="1">
                <a:off x="5642669" y="4392409"/>
                <a:ext cx="3354" cy="18283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6" name="Google Shape;856;p23"/>
              <p:cNvCxnSpPr/>
              <p:nvPr/>
            </p:nvCxnSpPr>
            <p:spPr>
              <a:xfrm rot="-6018291" flipH="1">
                <a:off x="5654743" y="4536369"/>
                <a:ext cx="3354" cy="182814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7" name="Google Shape;857;p23"/>
              <p:cNvCxnSpPr/>
              <p:nvPr/>
            </p:nvCxnSpPr>
            <p:spPr>
              <a:xfrm rot="-6315307" flipH="1">
                <a:off x="5684398" y="4671531"/>
                <a:ext cx="3421" cy="18270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8" name="Google Shape;858;p23"/>
              <p:cNvCxnSpPr/>
              <p:nvPr/>
            </p:nvCxnSpPr>
            <p:spPr>
              <a:xfrm rot="-6315307" flipH="1">
                <a:off x="5714045" y="4808752"/>
                <a:ext cx="3421" cy="18288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9" name="Google Shape;859;p23"/>
              <p:cNvCxnSpPr/>
              <p:nvPr/>
            </p:nvCxnSpPr>
            <p:spPr>
              <a:xfrm rot="-6315307" flipH="1">
                <a:off x="5748412" y="4948550"/>
                <a:ext cx="3421" cy="1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0" name="Google Shape;860;p23"/>
              <p:cNvCxnSpPr/>
              <p:nvPr/>
            </p:nvCxnSpPr>
            <p:spPr>
              <a:xfrm rot="-6598986" flipH="1">
                <a:off x="5792008" y="5077782"/>
                <a:ext cx="3511" cy="182799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1" name="Google Shape;861;p23"/>
              <p:cNvCxnSpPr/>
              <p:nvPr/>
            </p:nvCxnSpPr>
            <p:spPr>
              <a:xfrm rot="-6708085" flipH="1">
                <a:off x="5847438" y="5211220"/>
                <a:ext cx="3231" cy="182819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2" name="Google Shape;862;p23"/>
              <p:cNvCxnSpPr/>
              <p:nvPr/>
            </p:nvCxnSpPr>
            <p:spPr>
              <a:xfrm rot="-6993903" flipH="1">
                <a:off x="5900390" y="5342407"/>
                <a:ext cx="3354" cy="18279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3" name="Google Shape;863;p23"/>
              <p:cNvCxnSpPr/>
              <p:nvPr/>
            </p:nvCxnSpPr>
            <p:spPr>
              <a:xfrm rot="-6993903" flipH="1">
                <a:off x="5955736" y="5473648"/>
                <a:ext cx="3354" cy="18287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865" name="Google Shape;865;p23"/>
          <p:cNvPicPr preferRelativeResize="0"/>
          <p:nvPr/>
        </p:nvPicPr>
        <p:blipFill rotWithShape="1">
          <a:blip r:embed="rId4">
            <a:alphaModFix/>
          </a:blip>
          <a:srcRect t="8272" r="9222" b="10624"/>
          <a:stretch/>
        </p:blipFill>
        <p:spPr>
          <a:xfrm>
            <a:off x="174575" y="1072126"/>
            <a:ext cx="7197838" cy="2809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23"/>
          <p:cNvPicPr preferRelativeResize="0"/>
          <p:nvPr/>
        </p:nvPicPr>
        <p:blipFill rotWithShape="1">
          <a:blip r:embed="rId5">
            <a:alphaModFix/>
          </a:blip>
          <a:srcRect l="19910" t="25567" r="46559" b="38279"/>
          <a:stretch/>
        </p:blipFill>
        <p:spPr>
          <a:xfrm>
            <a:off x="7535234" y="1074958"/>
            <a:ext cx="4433779" cy="281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23"/>
          <p:cNvPicPr preferRelativeResize="0"/>
          <p:nvPr/>
        </p:nvPicPr>
        <p:blipFill rotWithShape="1">
          <a:blip r:embed="rId6">
            <a:alphaModFix/>
          </a:blip>
          <a:srcRect l="19516" t="60817" r="66527" b="31420"/>
          <a:stretch/>
        </p:blipFill>
        <p:spPr>
          <a:xfrm>
            <a:off x="8147732" y="4808906"/>
            <a:ext cx="3161632" cy="8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A11B432-E901-46EC-9B10-CDF68C15FB06}"/>
              </a:ext>
            </a:extLst>
          </p:cNvPr>
          <p:cNvSpPr/>
          <p:nvPr/>
        </p:nvSpPr>
        <p:spPr>
          <a:xfrm>
            <a:off x="7565051" y="1414447"/>
            <a:ext cx="4249761" cy="2458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07407E-6 L -1.45833E-6 0.04723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7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7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.04723 L -1.45833E-6 0.09537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7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7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.09537 L -1.45833E-6 0.13519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7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7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.13519 L -1.45833E-6 0.18195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7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7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.18195 L -1.45833E-6 0.22755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7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7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.22755 L -1.45833E-6 0.27037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7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7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.27037 L -1.45833E-6 0.30973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68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2" grpId="4" animBg="1"/>
      <p:bldP spid="2" grpId="5" animBg="1"/>
      <p:bldP spid="2" grpId="6" animBg="1"/>
      <p:bldP spid="2" grpId="7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24"/>
          <p:cNvSpPr txBox="1">
            <a:spLocks noGrp="1"/>
          </p:cNvSpPr>
          <p:nvPr>
            <p:ph type="title"/>
          </p:nvPr>
        </p:nvSpPr>
        <p:spPr>
          <a:xfrm>
            <a:off x="2992489" y="-160712"/>
            <a:ext cx="61434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dirty="0"/>
              <a:t>TRAIN AND TEST</a:t>
            </a:r>
            <a:endParaRPr dirty="0"/>
          </a:p>
        </p:txBody>
      </p:sp>
      <p:grpSp>
        <p:nvGrpSpPr>
          <p:cNvPr id="874" name="Google Shape;874;p24"/>
          <p:cNvGrpSpPr/>
          <p:nvPr/>
        </p:nvGrpSpPr>
        <p:grpSpPr>
          <a:xfrm rot="-332396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875" name="Google Shape;875;p24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490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6" name="Google Shape;876;p24"/>
            <p:cNvGrpSpPr/>
            <p:nvPr/>
          </p:nvGrpSpPr>
          <p:grpSpPr>
            <a:xfrm>
              <a:off x="5516218" y="331504"/>
              <a:ext cx="6675782" cy="5276654"/>
              <a:chOff x="5516218" y="331504"/>
              <a:chExt cx="6675782" cy="5276654"/>
            </a:xfrm>
          </p:grpSpPr>
          <p:cxnSp>
            <p:nvCxnSpPr>
              <p:cNvPr id="877" name="Google Shape;877;p24"/>
              <p:cNvCxnSpPr/>
              <p:nvPr/>
            </p:nvCxnSpPr>
            <p:spPr>
              <a:xfrm flipH="1">
                <a:off x="9266830" y="3315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78" name="Google Shape;878;p24"/>
              <p:cNvCxnSpPr/>
              <p:nvPr/>
            </p:nvCxnSpPr>
            <p:spPr>
              <a:xfrm rot="120000" flipH="1">
                <a:off x="9408861" y="3383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79" name="Google Shape;879;p24"/>
              <p:cNvCxnSpPr/>
              <p:nvPr/>
            </p:nvCxnSpPr>
            <p:spPr>
              <a:xfrm rot="240000" flipH="1">
                <a:off x="9551700" y="34763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0" name="Google Shape;880;p24"/>
              <p:cNvCxnSpPr/>
              <p:nvPr/>
            </p:nvCxnSpPr>
            <p:spPr>
              <a:xfrm rot="360000" flipH="1">
                <a:off x="9688748" y="36808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1" name="Google Shape;881;p24"/>
              <p:cNvCxnSpPr/>
              <p:nvPr/>
            </p:nvCxnSpPr>
            <p:spPr>
              <a:xfrm rot="540000" flipH="1">
                <a:off x="9824866" y="38922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2" name="Google Shape;882;p24"/>
              <p:cNvCxnSpPr/>
              <p:nvPr/>
            </p:nvCxnSpPr>
            <p:spPr>
              <a:xfrm rot="660000" flipH="1">
                <a:off x="9966867" y="41754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3" name="Google Shape;883;p24"/>
              <p:cNvCxnSpPr/>
              <p:nvPr/>
            </p:nvCxnSpPr>
            <p:spPr>
              <a:xfrm rot="780000" flipH="1">
                <a:off x="10104425" y="4458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4" name="Google Shape;884;p24"/>
              <p:cNvCxnSpPr/>
              <p:nvPr/>
            </p:nvCxnSpPr>
            <p:spPr>
              <a:xfrm rot="900000" flipH="1">
                <a:off x="10240513" y="47948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5" name="Google Shape;885;p24"/>
              <p:cNvCxnSpPr/>
              <p:nvPr/>
            </p:nvCxnSpPr>
            <p:spPr>
              <a:xfrm rot="1080000" flipH="1">
                <a:off x="10373882" y="52435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6" name="Google Shape;886;p24"/>
              <p:cNvCxnSpPr/>
              <p:nvPr/>
            </p:nvCxnSpPr>
            <p:spPr>
              <a:xfrm rot="1200000" flipH="1">
                <a:off x="10505632" y="570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7" name="Google Shape;887;p24"/>
              <p:cNvCxnSpPr/>
              <p:nvPr/>
            </p:nvCxnSpPr>
            <p:spPr>
              <a:xfrm rot="1320000" flipH="1">
                <a:off x="10637382" y="62134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8" name="Google Shape;888;p24"/>
              <p:cNvCxnSpPr/>
              <p:nvPr/>
            </p:nvCxnSpPr>
            <p:spPr>
              <a:xfrm rot="1440000" flipH="1">
                <a:off x="10760965" y="69043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9" name="Google Shape;889;p24"/>
              <p:cNvCxnSpPr/>
              <p:nvPr/>
            </p:nvCxnSpPr>
            <p:spPr>
              <a:xfrm rot="1620000" flipH="1">
                <a:off x="10888991" y="755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0" name="Google Shape;890;p24"/>
              <p:cNvCxnSpPr/>
              <p:nvPr/>
            </p:nvCxnSpPr>
            <p:spPr>
              <a:xfrm rot="1740000" flipH="1">
                <a:off x="11010193" y="81974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1" name="Google Shape;891;p24"/>
              <p:cNvCxnSpPr/>
              <p:nvPr/>
            </p:nvCxnSpPr>
            <p:spPr>
              <a:xfrm rot="1860000" flipH="1">
                <a:off x="11129014" y="89566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2" name="Google Shape;892;p24"/>
              <p:cNvCxnSpPr/>
              <p:nvPr/>
            </p:nvCxnSpPr>
            <p:spPr>
              <a:xfrm rot="1980000" flipH="1">
                <a:off x="11249872" y="968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3" name="Google Shape;893;p24"/>
              <p:cNvCxnSpPr/>
              <p:nvPr/>
            </p:nvCxnSpPr>
            <p:spPr>
              <a:xfrm rot="2160000" flipH="1">
                <a:off x="11366875" y="10480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4" name="Google Shape;894;p24"/>
              <p:cNvCxnSpPr/>
              <p:nvPr/>
            </p:nvCxnSpPr>
            <p:spPr>
              <a:xfrm rot="2280000" flipH="1">
                <a:off x="11474058" y="11315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5" name="Google Shape;895;p24"/>
              <p:cNvCxnSpPr/>
              <p:nvPr/>
            </p:nvCxnSpPr>
            <p:spPr>
              <a:xfrm rot="2400000" flipH="1">
                <a:off x="11583303" y="122179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6" name="Google Shape;896;p24"/>
              <p:cNvCxnSpPr/>
              <p:nvPr/>
            </p:nvCxnSpPr>
            <p:spPr>
              <a:xfrm rot="2520000" flipH="1">
                <a:off x="11685344" y="132177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7" name="Google Shape;897;p24"/>
              <p:cNvCxnSpPr/>
              <p:nvPr/>
            </p:nvCxnSpPr>
            <p:spPr>
              <a:xfrm rot="2700000" flipH="1">
                <a:off x="11787704" y="14176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8" name="Google Shape;898;p24"/>
              <p:cNvCxnSpPr/>
              <p:nvPr/>
            </p:nvCxnSpPr>
            <p:spPr>
              <a:xfrm rot="2820000" flipH="1">
                <a:off x="11880859" y="15179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9" name="Google Shape;899;p24"/>
              <p:cNvCxnSpPr/>
              <p:nvPr/>
            </p:nvCxnSpPr>
            <p:spPr>
              <a:xfrm rot="2940000" flipH="1">
                <a:off x="11969252" y="162743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0" name="Google Shape;900;p24"/>
              <p:cNvCxnSpPr/>
              <p:nvPr/>
            </p:nvCxnSpPr>
            <p:spPr>
              <a:xfrm rot="3060000" flipH="1">
                <a:off x="12062016" y="173601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1" name="Google Shape;901;p24"/>
              <p:cNvCxnSpPr/>
              <p:nvPr/>
            </p:nvCxnSpPr>
            <p:spPr>
              <a:xfrm flipH="1">
                <a:off x="12074680" y="1910249"/>
                <a:ext cx="117320" cy="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2" name="Google Shape;902;p24"/>
              <p:cNvCxnSpPr/>
              <p:nvPr/>
            </p:nvCxnSpPr>
            <p:spPr>
              <a:xfrm flipH="1">
                <a:off x="12149943" y="2083594"/>
                <a:ext cx="39676" cy="2143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3" name="Google Shape;903;p24"/>
              <p:cNvCxnSpPr/>
              <p:nvPr/>
            </p:nvCxnSpPr>
            <p:spPr>
              <a:xfrm rot="-180000" flipH="1">
                <a:off x="9127990" y="33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4" name="Google Shape;904;p24"/>
              <p:cNvCxnSpPr/>
              <p:nvPr/>
            </p:nvCxnSpPr>
            <p:spPr>
              <a:xfrm rot="-300000" flipH="1">
                <a:off x="8987576" y="33663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5" name="Google Shape;905;p24"/>
              <p:cNvCxnSpPr/>
              <p:nvPr/>
            </p:nvCxnSpPr>
            <p:spPr>
              <a:xfrm rot="-420000" flipH="1">
                <a:off x="8844859" y="35117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6" name="Google Shape;906;p24"/>
              <p:cNvCxnSpPr/>
              <p:nvPr/>
            </p:nvCxnSpPr>
            <p:spPr>
              <a:xfrm rot="-540000" flipH="1">
                <a:off x="8706904" y="3657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7" name="Google Shape;907;p24"/>
              <p:cNvCxnSpPr/>
              <p:nvPr/>
            </p:nvCxnSpPr>
            <p:spPr>
              <a:xfrm rot="-720000" flipH="1">
                <a:off x="8568008" y="3878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8" name="Google Shape;908;p24"/>
              <p:cNvCxnSpPr/>
              <p:nvPr/>
            </p:nvCxnSpPr>
            <p:spPr>
              <a:xfrm rot="-840000" flipH="1">
                <a:off x="8429112" y="4100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9" name="Google Shape;909;p24"/>
              <p:cNvCxnSpPr/>
              <p:nvPr/>
            </p:nvCxnSpPr>
            <p:spPr>
              <a:xfrm rot="-960000" flipH="1">
                <a:off x="8294968" y="4462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0" name="Google Shape;910;p24"/>
              <p:cNvCxnSpPr/>
              <p:nvPr/>
            </p:nvCxnSpPr>
            <p:spPr>
              <a:xfrm rot="-1080000" flipH="1">
                <a:off x="8160824" y="48237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1" name="Google Shape;911;p24"/>
              <p:cNvCxnSpPr/>
              <p:nvPr/>
            </p:nvCxnSpPr>
            <p:spPr>
              <a:xfrm rot="-1260000" flipH="1">
                <a:off x="8027689" y="53184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2" name="Google Shape;912;p24"/>
              <p:cNvCxnSpPr/>
              <p:nvPr/>
            </p:nvCxnSpPr>
            <p:spPr>
              <a:xfrm rot="-1380000" flipH="1">
                <a:off x="7894554" y="58132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3" name="Google Shape;913;p24"/>
              <p:cNvCxnSpPr/>
              <p:nvPr/>
            </p:nvCxnSpPr>
            <p:spPr>
              <a:xfrm rot="-1500000" flipH="1">
                <a:off x="7761419" y="63079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4" name="Google Shape;914;p24"/>
              <p:cNvCxnSpPr/>
              <p:nvPr/>
            </p:nvCxnSpPr>
            <p:spPr>
              <a:xfrm rot="-1620000" flipH="1">
                <a:off x="7636645" y="6898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5" name="Google Shape;915;p24"/>
              <p:cNvCxnSpPr/>
              <p:nvPr/>
            </p:nvCxnSpPr>
            <p:spPr>
              <a:xfrm rot="-1800000" flipH="1">
                <a:off x="7511871" y="75119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6" name="Google Shape;916;p24"/>
              <p:cNvCxnSpPr/>
              <p:nvPr/>
            </p:nvCxnSpPr>
            <p:spPr>
              <a:xfrm rot="-1920000" flipH="1">
                <a:off x="7387899" y="81977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7" name="Google Shape;917;p24"/>
              <p:cNvCxnSpPr/>
              <p:nvPr/>
            </p:nvCxnSpPr>
            <p:spPr>
              <a:xfrm rot="-2040000" flipH="1">
                <a:off x="7268530" y="8931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8" name="Google Shape;918;p24"/>
              <p:cNvCxnSpPr/>
              <p:nvPr/>
            </p:nvCxnSpPr>
            <p:spPr>
              <a:xfrm rot="-2160000" flipH="1">
                <a:off x="7152030" y="9765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9" name="Google Shape;919;p24"/>
              <p:cNvCxnSpPr/>
              <p:nvPr/>
            </p:nvCxnSpPr>
            <p:spPr>
              <a:xfrm rot="-2340000" flipH="1">
                <a:off x="7041695" y="10600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0" name="Google Shape;920;p24"/>
              <p:cNvCxnSpPr/>
              <p:nvPr/>
            </p:nvCxnSpPr>
            <p:spPr>
              <a:xfrm rot="-2460000" flipH="1">
                <a:off x="6931360" y="114346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1" name="Google Shape;921;p24"/>
              <p:cNvCxnSpPr/>
              <p:nvPr/>
            </p:nvCxnSpPr>
            <p:spPr>
              <a:xfrm rot="-2580000" flipH="1">
                <a:off x="6819070" y="123586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2" name="Google Shape;922;p24"/>
              <p:cNvCxnSpPr/>
              <p:nvPr/>
            </p:nvCxnSpPr>
            <p:spPr>
              <a:xfrm rot="-2700000" flipH="1">
                <a:off x="6721359" y="133274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3" name="Google Shape;923;p24"/>
              <p:cNvCxnSpPr/>
              <p:nvPr/>
            </p:nvCxnSpPr>
            <p:spPr>
              <a:xfrm rot="-2880000" flipH="1">
                <a:off x="6617467" y="1429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4" name="Google Shape;924;p24"/>
              <p:cNvCxnSpPr/>
              <p:nvPr/>
            </p:nvCxnSpPr>
            <p:spPr>
              <a:xfrm rot="-3000000" flipH="1">
                <a:off x="6520032" y="15272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5" name="Google Shape;925;p24"/>
              <p:cNvCxnSpPr/>
              <p:nvPr/>
            </p:nvCxnSpPr>
            <p:spPr>
              <a:xfrm rot="-3120000" flipH="1">
                <a:off x="6429579" y="16416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6" name="Google Shape;926;p24"/>
              <p:cNvCxnSpPr/>
              <p:nvPr/>
            </p:nvCxnSpPr>
            <p:spPr>
              <a:xfrm rot="-3240000" flipH="1">
                <a:off x="6340532" y="1750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7" name="Google Shape;927;p24"/>
              <p:cNvCxnSpPr/>
              <p:nvPr/>
            </p:nvCxnSpPr>
            <p:spPr>
              <a:xfrm rot="-3420000" flipH="1">
                <a:off x="6261757" y="18601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8" name="Google Shape;928;p24"/>
              <p:cNvCxnSpPr/>
              <p:nvPr/>
            </p:nvCxnSpPr>
            <p:spPr>
              <a:xfrm rot="-3540000" flipH="1">
                <a:off x="6184144" y="19796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9" name="Google Shape;929;p24"/>
              <p:cNvCxnSpPr/>
              <p:nvPr/>
            </p:nvCxnSpPr>
            <p:spPr>
              <a:xfrm rot="-3660000" flipH="1">
                <a:off x="6106531" y="20990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0" name="Google Shape;930;p24"/>
              <p:cNvCxnSpPr/>
              <p:nvPr/>
            </p:nvCxnSpPr>
            <p:spPr>
              <a:xfrm rot="-3780000" flipH="1">
                <a:off x="6043206" y="222255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1" name="Google Shape;931;p24"/>
              <p:cNvCxnSpPr/>
              <p:nvPr/>
            </p:nvCxnSpPr>
            <p:spPr>
              <a:xfrm rot="-3960000" flipH="1">
                <a:off x="5978913" y="234430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2" name="Google Shape;932;p24"/>
              <p:cNvCxnSpPr/>
              <p:nvPr/>
            </p:nvCxnSpPr>
            <p:spPr>
              <a:xfrm rot="-4080000" flipH="1">
                <a:off x="5912438" y="24706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3" name="Google Shape;933;p24"/>
              <p:cNvCxnSpPr/>
              <p:nvPr/>
            </p:nvCxnSpPr>
            <p:spPr>
              <a:xfrm rot="-4200000" flipH="1">
                <a:off x="5858875" y="260092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4" name="Google Shape;934;p24"/>
              <p:cNvCxnSpPr/>
              <p:nvPr/>
            </p:nvCxnSpPr>
            <p:spPr>
              <a:xfrm rot="-4320000" flipH="1">
                <a:off x="5808182" y="273404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5" name="Google Shape;935;p24"/>
              <p:cNvCxnSpPr/>
              <p:nvPr/>
            </p:nvCxnSpPr>
            <p:spPr>
              <a:xfrm rot="-4500000" flipH="1">
                <a:off x="5773263" y="28668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6" name="Google Shape;936;p24"/>
              <p:cNvCxnSpPr/>
              <p:nvPr/>
            </p:nvCxnSpPr>
            <p:spPr>
              <a:xfrm rot="-4620000" flipH="1">
                <a:off x="5735963" y="300206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7" name="Google Shape;937;p24"/>
              <p:cNvCxnSpPr/>
              <p:nvPr/>
            </p:nvCxnSpPr>
            <p:spPr>
              <a:xfrm rot="-4740000" flipH="1">
                <a:off x="5700105" y="31389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8" name="Google Shape;938;p24"/>
              <p:cNvCxnSpPr/>
              <p:nvPr/>
            </p:nvCxnSpPr>
            <p:spPr>
              <a:xfrm rot="-4860000" flipH="1">
                <a:off x="5665939" y="327548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9" name="Google Shape;939;p24"/>
              <p:cNvCxnSpPr/>
              <p:nvPr/>
            </p:nvCxnSpPr>
            <p:spPr>
              <a:xfrm rot="-5040000" flipH="1">
                <a:off x="5644476" y="341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0" name="Google Shape;940;p24"/>
              <p:cNvCxnSpPr/>
              <p:nvPr/>
            </p:nvCxnSpPr>
            <p:spPr>
              <a:xfrm rot="-5160000" flipH="1">
                <a:off x="5626530" y="3554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1" name="Google Shape;941;p24"/>
              <p:cNvCxnSpPr/>
              <p:nvPr/>
            </p:nvCxnSpPr>
            <p:spPr>
              <a:xfrm rot="-5280000" flipH="1">
                <a:off x="5616429" y="36918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2" name="Google Shape;942;p24"/>
              <p:cNvCxnSpPr/>
              <p:nvPr/>
            </p:nvCxnSpPr>
            <p:spPr>
              <a:xfrm rot="-5400000" flipH="1">
                <a:off x="5611319" y="38353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3" name="Google Shape;943;p24"/>
              <p:cNvCxnSpPr/>
              <p:nvPr/>
            </p:nvCxnSpPr>
            <p:spPr>
              <a:xfrm rot="-5580000" flipH="1">
                <a:off x="5608540" y="397572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4" name="Google Shape;944;p24"/>
              <p:cNvCxnSpPr/>
              <p:nvPr/>
            </p:nvCxnSpPr>
            <p:spPr>
              <a:xfrm rot="-5700000" flipH="1">
                <a:off x="5605761" y="41160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5" name="Google Shape;945;p24"/>
              <p:cNvCxnSpPr/>
              <p:nvPr/>
            </p:nvCxnSpPr>
            <p:spPr>
              <a:xfrm rot="-5820000" flipH="1">
                <a:off x="5624195" y="425421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6" name="Google Shape;946;p24"/>
              <p:cNvCxnSpPr/>
              <p:nvPr/>
            </p:nvCxnSpPr>
            <p:spPr>
              <a:xfrm rot="-5940000" flipH="1">
                <a:off x="5642629" y="43923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7" name="Google Shape;947;p24"/>
              <p:cNvCxnSpPr/>
              <p:nvPr/>
            </p:nvCxnSpPr>
            <p:spPr>
              <a:xfrm rot="-6120000" flipH="1">
                <a:off x="5654818" y="45363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8" name="Google Shape;948;p24"/>
              <p:cNvCxnSpPr/>
              <p:nvPr/>
            </p:nvCxnSpPr>
            <p:spPr>
              <a:xfrm rot="-6240000" flipH="1">
                <a:off x="5684446" y="467136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9" name="Google Shape;949;p24"/>
              <p:cNvCxnSpPr/>
              <p:nvPr/>
            </p:nvCxnSpPr>
            <p:spPr>
              <a:xfrm rot="-6360000" flipH="1">
                <a:off x="5714074" y="48087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0" name="Google Shape;950;p24"/>
              <p:cNvCxnSpPr/>
              <p:nvPr/>
            </p:nvCxnSpPr>
            <p:spPr>
              <a:xfrm rot="-6480000" flipH="1">
                <a:off x="5748464" y="49484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1" name="Google Shape;951;p24"/>
              <p:cNvCxnSpPr/>
              <p:nvPr/>
            </p:nvCxnSpPr>
            <p:spPr>
              <a:xfrm rot="-6660000" flipH="1">
                <a:off x="5792091" y="507760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2" name="Google Shape;952;p24"/>
              <p:cNvCxnSpPr/>
              <p:nvPr/>
            </p:nvCxnSpPr>
            <p:spPr>
              <a:xfrm rot="-6780000" flipH="1">
                <a:off x="5847441" y="52112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3" name="Google Shape;953;p24"/>
              <p:cNvCxnSpPr/>
              <p:nvPr/>
            </p:nvCxnSpPr>
            <p:spPr>
              <a:xfrm rot="-6900000" flipH="1">
                <a:off x="5900410" y="53424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4" name="Google Shape;954;p24"/>
              <p:cNvCxnSpPr/>
              <p:nvPr/>
            </p:nvCxnSpPr>
            <p:spPr>
              <a:xfrm rot="-7020000" flipH="1">
                <a:off x="5955760" y="547369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955" name="Google Shape;955;p24"/>
          <p:cNvGrpSpPr/>
          <p:nvPr/>
        </p:nvGrpSpPr>
        <p:grpSpPr>
          <a:xfrm rot="-6207392">
            <a:off x="7397406" y="-618856"/>
            <a:ext cx="4915057" cy="4271437"/>
            <a:chOff x="5281603" y="104899"/>
            <a:chExt cx="6910397" cy="6005491"/>
          </a:xfrm>
        </p:grpSpPr>
        <p:sp>
          <p:nvSpPr>
            <p:cNvPr id="956" name="Google Shape;956;p24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7" name="Google Shape;957;p24"/>
            <p:cNvGrpSpPr/>
            <p:nvPr/>
          </p:nvGrpSpPr>
          <p:grpSpPr>
            <a:xfrm>
              <a:off x="5516218" y="331504"/>
              <a:ext cx="6675782" cy="5276654"/>
              <a:chOff x="5516218" y="331504"/>
              <a:chExt cx="6675782" cy="5276654"/>
            </a:xfrm>
          </p:grpSpPr>
          <p:cxnSp>
            <p:nvCxnSpPr>
              <p:cNvPr id="958" name="Google Shape;958;p24"/>
              <p:cNvCxnSpPr/>
              <p:nvPr/>
            </p:nvCxnSpPr>
            <p:spPr>
              <a:xfrm flipH="1">
                <a:off x="9266830" y="3315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9" name="Google Shape;959;p24"/>
              <p:cNvCxnSpPr/>
              <p:nvPr/>
            </p:nvCxnSpPr>
            <p:spPr>
              <a:xfrm rot="120000" flipH="1">
                <a:off x="9408861" y="3383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0" name="Google Shape;960;p24"/>
              <p:cNvCxnSpPr/>
              <p:nvPr/>
            </p:nvCxnSpPr>
            <p:spPr>
              <a:xfrm rot="240000" flipH="1">
                <a:off x="9551700" y="34763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1" name="Google Shape;961;p24"/>
              <p:cNvCxnSpPr/>
              <p:nvPr/>
            </p:nvCxnSpPr>
            <p:spPr>
              <a:xfrm rot="360000" flipH="1">
                <a:off x="9688748" y="36808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2" name="Google Shape;962;p24"/>
              <p:cNvCxnSpPr/>
              <p:nvPr/>
            </p:nvCxnSpPr>
            <p:spPr>
              <a:xfrm rot="540000" flipH="1">
                <a:off x="9824866" y="38922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3" name="Google Shape;963;p24"/>
              <p:cNvCxnSpPr/>
              <p:nvPr/>
            </p:nvCxnSpPr>
            <p:spPr>
              <a:xfrm rot="660000" flipH="1">
                <a:off x="9966867" y="41754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4" name="Google Shape;964;p24"/>
              <p:cNvCxnSpPr/>
              <p:nvPr/>
            </p:nvCxnSpPr>
            <p:spPr>
              <a:xfrm rot="780000" flipH="1">
                <a:off x="10104425" y="4458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5" name="Google Shape;965;p24"/>
              <p:cNvCxnSpPr/>
              <p:nvPr/>
            </p:nvCxnSpPr>
            <p:spPr>
              <a:xfrm rot="900000" flipH="1">
                <a:off x="10240513" y="47948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6" name="Google Shape;966;p24"/>
              <p:cNvCxnSpPr/>
              <p:nvPr/>
            </p:nvCxnSpPr>
            <p:spPr>
              <a:xfrm rot="1080000" flipH="1">
                <a:off x="10373882" y="52435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7" name="Google Shape;967;p24"/>
              <p:cNvCxnSpPr/>
              <p:nvPr/>
            </p:nvCxnSpPr>
            <p:spPr>
              <a:xfrm rot="1200000" flipH="1">
                <a:off x="10505632" y="570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8" name="Google Shape;968;p24"/>
              <p:cNvCxnSpPr/>
              <p:nvPr/>
            </p:nvCxnSpPr>
            <p:spPr>
              <a:xfrm rot="1320000" flipH="1">
                <a:off x="10637382" y="62134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9" name="Google Shape;969;p24"/>
              <p:cNvCxnSpPr/>
              <p:nvPr/>
            </p:nvCxnSpPr>
            <p:spPr>
              <a:xfrm rot="1440000" flipH="1">
                <a:off x="10760965" y="69043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0" name="Google Shape;970;p24"/>
              <p:cNvCxnSpPr/>
              <p:nvPr/>
            </p:nvCxnSpPr>
            <p:spPr>
              <a:xfrm rot="1620000" flipH="1">
                <a:off x="10888991" y="755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1" name="Google Shape;971;p24"/>
              <p:cNvCxnSpPr/>
              <p:nvPr/>
            </p:nvCxnSpPr>
            <p:spPr>
              <a:xfrm rot="1740000" flipH="1">
                <a:off x="11010193" y="81974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2" name="Google Shape;972;p24"/>
              <p:cNvCxnSpPr/>
              <p:nvPr/>
            </p:nvCxnSpPr>
            <p:spPr>
              <a:xfrm rot="1860000" flipH="1">
                <a:off x="11129014" y="89566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3" name="Google Shape;973;p24"/>
              <p:cNvCxnSpPr/>
              <p:nvPr/>
            </p:nvCxnSpPr>
            <p:spPr>
              <a:xfrm rot="1980000" flipH="1">
                <a:off x="11249872" y="968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4" name="Google Shape;974;p24"/>
              <p:cNvCxnSpPr/>
              <p:nvPr/>
            </p:nvCxnSpPr>
            <p:spPr>
              <a:xfrm rot="2160000" flipH="1">
                <a:off x="11366875" y="10480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5" name="Google Shape;975;p24"/>
              <p:cNvCxnSpPr/>
              <p:nvPr/>
            </p:nvCxnSpPr>
            <p:spPr>
              <a:xfrm rot="2280000" flipH="1">
                <a:off x="11474058" y="11315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6" name="Google Shape;976;p24"/>
              <p:cNvCxnSpPr/>
              <p:nvPr/>
            </p:nvCxnSpPr>
            <p:spPr>
              <a:xfrm rot="2400000" flipH="1">
                <a:off x="11583303" y="122179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7" name="Google Shape;977;p24"/>
              <p:cNvCxnSpPr/>
              <p:nvPr/>
            </p:nvCxnSpPr>
            <p:spPr>
              <a:xfrm rot="2520000" flipH="1">
                <a:off x="11685344" y="132177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8" name="Google Shape;978;p24"/>
              <p:cNvCxnSpPr/>
              <p:nvPr/>
            </p:nvCxnSpPr>
            <p:spPr>
              <a:xfrm rot="2700000" flipH="1">
                <a:off x="11787704" y="14176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9" name="Google Shape;979;p24"/>
              <p:cNvCxnSpPr/>
              <p:nvPr/>
            </p:nvCxnSpPr>
            <p:spPr>
              <a:xfrm rot="2820000" flipH="1">
                <a:off x="11880859" y="15179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0" name="Google Shape;980;p24"/>
              <p:cNvCxnSpPr/>
              <p:nvPr/>
            </p:nvCxnSpPr>
            <p:spPr>
              <a:xfrm rot="2940000" flipH="1">
                <a:off x="11969252" y="162743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1" name="Google Shape;981;p24"/>
              <p:cNvCxnSpPr/>
              <p:nvPr/>
            </p:nvCxnSpPr>
            <p:spPr>
              <a:xfrm rot="3060000" flipH="1">
                <a:off x="12062016" y="173601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2" name="Google Shape;982;p24"/>
              <p:cNvCxnSpPr/>
              <p:nvPr/>
            </p:nvCxnSpPr>
            <p:spPr>
              <a:xfrm flipH="1">
                <a:off x="12074680" y="1910249"/>
                <a:ext cx="117320" cy="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3" name="Google Shape;983;p24"/>
              <p:cNvCxnSpPr/>
              <p:nvPr/>
            </p:nvCxnSpPr>
            <p:spPr>
              <a:xfrm flipH="1">
                <a:off x="12149943" y="2083594"/>
                <a:ext cx="39676" cy="2143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4" name="Google Shape;984;p24"/>
              <p:cNvCxnSpPr/>
              <p:nvPr/>
            </p:nvCxnSpPr>
            <p:spPr>
              <a:xfrm rot="-180000" flipH="1">
                <a:off x="9127990" y="33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5" name="Google Shape;985;p24"/>
              <p:cNvCxnSpPr/>
              <p:nvPr/>
            </p:nvCxnSpPr>
            <p:spPr>
              <a:xfrm rot="-300000" flipH="1">
                <a:off x="8987576" y="33663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6" name="Google Shape;986;p24"/>
              <p:cNvCxnSpPr/>
              <p:nvPr/>
            </p:nvCxnSpPr>
            <p:spPr>
              <a:xfrm rot="-420000" flipH="1">
                <a:off x="8844859" y="35117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7" name="Google Shape;987;p24"/>
              <p:cNvCxnSpPr/>
              <p:nvPr/>
            </p:nvCxnSpPr>
            <p:spPr>
              <a:xfrm rot="-540000" flipH="1">
                <a:off x="8706904" y="3657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8" name="Google Shape;988;p24"/>
              <p:cNvCxnSpPr/>
              <p:nvPr/>
            </p:nvCxnSpPr>
            <p:spPr>
              <a:xfrm rot="-720000" flipH="1">
                <a:off x="8568008" y="3878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9" name="Google Shape;989;p24"/>
              <p:cNvCxnSpPr/>
              <p:nvPr/>
            </p:nvCxnSpPr>
            <p:spPr>
              <a:xfrm rot="-840000" flipH="1">
                <a:off x="8429112" y="4100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90" name="Google Shape;990;p24"/>
              <p:cNvCxnSpPr/>
              <p:nvPr/>
            </p:nvCxnSpPr>
            <p:spPr>
              <a:xfrm rot="-960000" flipH="1">
                <a:off x="8294968" y="4462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91" name="Google Shape;991;p24"/>
              <p:cNvCxnSpPr/>
              <p:nvPr/>
            </p:nvCxnSpPr>
            <p:spPr>
              <a:xfrm rot="-1080000" flipH="1">
                <a:off x="8160824" y="48237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92" name="Google Shape;992;p24"/>
              <p:cNvCxnSpPr/>
              <p:nvPr/>
            </p:nvCxnSpPr>
            <p:spPr>
              <a:xfrm rot="-1260000" flipH="1">
                <a:off x="8027689" y="53184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93" name="Google Shape;993;p24"/>
              <p:cNvCxnSpPr/>
              <p:nvPr/>
            </p:nvCxnSpPr>
            <p:spPr>
              <a:xfrm rot="-1380000" flipH="1">
                <a:off x="7894554" y="58132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94" name="Google Shape;994;p24"/>
              <p:cNvCxnSpPr/>
              <p:nvPr/>
            </p:nvCxnSpPr>
            <p:spPr>
              <a:xfrm rot="-1500000" flipH="1">
                <a:off x="7761419" y="63079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95" name="Google Shape;995;p24"/>
              <p:cNvCxnSpPr/>
              <p:nvPr/>
            </p:nvCxnSpPr>
            <p:spPr>
              <a:xfrm rot="-1620000" flipH="1">
                <a:off x="7636645" y="6898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96" name="Google Shape;996;p24"/>
              <p:cNvCxnSpPr/>
              <p:nvPr/>
            </p:nvCxnSpPr>
            <p:spPr>
              <a:xfrm rot="-1800000" flipH="1">
                <a:off x="7511871" y="75119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97" name="Google Shape;997;p24"/>
              <p:cNvCxnSpPr/>
              <p:nvPr/>
            </p:nvCxnSpPr>
            <p:spPr>
              <a:xfrm rot="-1920000" flipH="1">
                <a:off x="7387899" y="81977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98" name="Google Shape;998;p24"/>
              <p:cNvCxnSpPr/>
              <p:nvPr/>
            </p:nvCxnSpPr>
            <p:spPr>
              <a:xfrm rot="-2040000" flipH="1">
                <a:off x="7268530" y="8931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99" name="Google Shape;999;p24"/>
              <p:cNvCxnSpPr/>
              <p:nvPr/>
            </p:nvCxnSpPr>
            <p:spPr>
              <a:xfrm rot="-2160000" flipH="1">
                <a:off x="7152030" y="9765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00" name="Google Shape;1000;p24"/>
              <p:cNvCxnSpPr/>
              <p:nvPr/>
            </p:nvCxnSpPr>
            <p:spPr>
              <a:xfrm rot="-2340000" flipH="1">
                <a:off x="7041695" y="10600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01" name="Google Shape;1001;p24"/>
              <p:cNvCxnSpPr/>
              <p:nvPr/>
            </p:nvCxnSpPr>
            <p:spPr>
              <a:xfrm rot="-2460000" flipH="1">
                <a:off x="6931360" y="114346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02" name="Google Shape;1002;p24"/>
              <p:cNvCxnSpPr/>
              <p:nvPr/>
            </p:nvCxnSpPr>
            <p:spPr>
              <a:xfrm rot="-2580000" flipH="1">
                <a:off x="6819070" y="123586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03" name="Google Shape;1003;p24"/>
              <p:cNvCxnSpPr/>
              <p:nvPr/>
            </p:nvCxnSpPr>
            <p:spPr>
              <a:xfrm rot="-2700000" flipH="1">
                <a:off x="6721359" y="133274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04" name="Google Shape;1004;p24"/>
              <p:cNvCxnSpPr/>
              <p:nvPr/>
            </p:nvCxnSpPr>
            <p:spPr>
              <a:xfrm rot="-2880000" flipH="1">
                <a:off x="6617467" y="1429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05" name="Google Shape;1005;p24"/>
              <p:cNvCxnSpPr/>
              <p:nvPr/>
            </p:nvCxnSpPr>
            <p:spPr>
              <a:xfrm rot="-3000000" flipH="1">
                <a:off x="6520032" y="15272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06" name="Google Shape;1006;p24"/>
              <p:cNvCxnSpPr/>
              <p:nvPr/>
            </p:nvCxnSpPr>
            <p:spPr>
              <a:xfrm rot="-3120000" flipH="1">
                <a:off x="6429579" y="16416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07" name="Google Shape;1007;p24"/>
              <p:cNvCxnSpPr/>
              <p:nvPr/>
            </p:nvCxnSpPr>
            <p:spPr>
              <a:xfrm rot="-3240000" flipH="1">
                <a:off x="6340532" y="1750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08" name="Google Shape;1008;p24"/>
              <p:cNvCxnSpPr/>
              <p:nvPr/>
            </p:nvCxnSpPr>
            <p:spPr>
              <a:xfrm rot="-3420000" flipH="1">
                <a:off x="6261757" y="18601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09" name="Google Shape;1009;p24"/>
              <p:cNvCxnSpPr/>
              <p:nvPr/>
            </p:nvCxnSpPr>
            <p:spPr>
              <a:xfrm rot="-3540000" flipH="1">
                <a:off x="6184144" y="19796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0" name="Google Shape;1010;p24"/>
              <p:cNvCxnSpPr/>
              <p:nvPr/>
            </p:nvCxnSpPr>
            <p:spPr>
              <a:xfrm rot="-3660000" flipH="1">
                <a:off x="6106531" y="20990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1" name="Google Shape;1011;p24"/>
              <p:cNvCxnSpPr/>
              <p:nvPr/>
            </p:nvCxnSpPr>
            <p:spPr>
              <a:xfrm rot="-3780000" flipH="1">
                <a:off x="6043206" y="222255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2" name="Google Shape;1012;p24"/>
              <p:cNvCxnSpPr/>
              <p:nvPr/>
            </p:nvCxnSpPr>
            <p:spPr>
              <a:xfrm rot="-3960000" flipH="1">
                <a:off x="5978913" y="234430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3" name="Google Shape;1013;p24"/>
              <p:cNvCxnSpPr/>
              <p:nvPr/>
            </p:nvCxnSpPr>
            <p:spPr>
              <a:xfrm rot="-4080000" flipH="1">
                <a:off x="5912438" y="24706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4" name="Google Shape;1014;p24"/>
              <p:cNvCxnSpPr/>
              <p:nvPr/>
            </p:nvCxnSpPr>
            <p:spPr>
              <a:xfrm rot="-4200000" flipH="1">
                <a:off x="5858875" y="260092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5" name="Google Shape;1015;p24"/>
              <p:cNvCxnSpPr/>
              <p:nvPr/>
            </p:nvCxnSpPr>
            <p:spPr>
              <a:xfrm rot="-4320000" flipH="1">
                <a:off x="5808182" y="273404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6" name="Google Shape;1016;p24"/>
              <p:cNvCxnSpPr/>
              <p:nvPr/>
            </p:nvCxnSpPr>
            <p:spPr>
              <a:xfrm rot="-4500000" flipH="1">
                <a:off x="5773263" y="28668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7" name="Google Shape;1017;p24"/>
              <p:cNvCxnSpPr/>
              <p:nvPr/>
            </p:nvCxnSpPr>
            <p:spPr>
              <a:xfrm rot="-4620000" flipH="1">
                <a:off x="5735963" y="300206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8" name="Google Shape;1018;p24"/>
              <p:cNvCxnSpPr/>
              <p:nvPr/>
            </p:nvCxnSpPr>
            <p:spPr>
              <a:xfrm rot="-4740000" flipH="1">
                <a:off x="5700105" y="31389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9" name="Google Shape;1019;p24"/>
              <p:cNvCxnSpPr/>
              <p:nvPr/>
            </p:nvCxnSpPr>
            <p:spPr>
              <a:xfrm rot="-4860000" flipH="1">
                <a:off x="5665939" y="327548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0" name="Google Shape;1020;p24"/>
              <p:cNvCxnSpPr/>
              <p:nvPr/>
            </p:nvCxnSpPr>
            <p:spPr>
              <a:xfrm rot="-5040000" flipH="1">
                <a:off x="5644476" y="341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1" name="Google Shape;1021;p24"/>
              <p:cNvCxnSpPr/>
              <p:nvPr/>
            </p:nvCxnSpPr>
            <p:spPr>
              <a:xfrm rot="-5160000" flipH="1">
                <a:off x="5626530" y="3554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2" name="Google Shape;1022;p24"/>
              <p:cNvCxnSpPr/>
              <p:nvPr/>
            </p:nvCxnSpPr>
            <p:spPr>
              <a:xfrm rot="-5280000" flipH="1">
                <a:off x="5616429" y="36918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3" name="Google Shape;1023;p24"/>
              <p:cNvCxnSpPr/>
              <p:nvPr/>
            </p:nvCxnSpPr>
            <p:spPr>
              <a:xfrm rot="-5400000" flipH="1">
                <a:off x="5611319" y="38353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4" name="Google Shape;1024;p24"/>
              <p:cNvCxnSpPr/>
              <p:nvPr/>
            </p:nvCxnSpPr>
            <p:spPr>
              <a:xfrm rot="-5580000" flipH="1">
                <a:off x="5608540" y="397572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5" name="Google Shape;1025;p24"/>
              <p:cNvCxnSpPr/>
              <p:nvPr/>
            </p:nvCxnSpPr>
            <p:spPr>
              <a:xfrm rot="-5700000" flipH="1">
                <a:off x="5605761" y="41160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6" name="Google Shape;1026;p24"/>
              <p:cNvCxnSpPr/>
              <p:nvPr/>
            </p:nvCxnSpPr>
            <p:spPr>
              <a:xfrm rot="-5820000" flipH="1">
                <a:off x="5624195" y="425421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7" name="Google Shape;1027;p24"/>
              <p:cNvCxnSpPr/>
              <p:nvPr/>
            </p:nvCxnSpPr>
            <p:spPr>
              <a:xfrm rot="-5940000" flipH="1">
                <a:off x="5642629" y="43923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8" name="Google Shape;1028;p24"/>
              <p:cNvCxnSpPr/>
              <p:nvPr/>
            </p:nvCxnSpPr>
            <p:spPr>
              <a:xfrm rot="-6120000" flipH="1">
                <a:off x="5654818" y="45363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9" name="Google Shape;1029;p24"/>
              <p:cNvCxnSpPr/>
              <p:nvPr/>
            </p:nvCxnSpPr>
            <p:spPr>
              <a:xfrm rot="-6240000" flipH="1">
                <a:off x="5684446" y="467136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30" name="Google Shape;1030;p24"/>
              <p:cNvCxnSpPr/>
              <p:nvPr/>
            </p:nvCxnSpPr>
            <p:spPr>
              <a:xfrm rot="-6360000" flipH="1">
                <a:off x="5714074" y="48087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31" name="Google Shape;1031;p24"/>
              <p:cNvCxnSpPr/>
              <p:nvPr/>
            </p:nvCxnSpPr>
            <p:spPr>
              <a:xfrm rot="-6480000" flipH="1">
                <a:off x="5748464" y="49484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32" name="Google Shape;1032;p24"/>
              <p:cNvCxnSpPr/>
              <p:nvPr/>
            </p:nvCxnSpPr>
            <p:spPr>
              <a:xfrm rot="-6660000" flipH="1">
                <a:off x="5792091" y="507760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33" name="Google Shape;1033;p24"/>
              <p:cNvCxnSpPr/>
              <p:nvPr/>
            </p:nvCxnSpPr>
            <p:spPr>
              <a:xfrm rot="-6780000" flipH="1">
                <a:off x="5847441" y="52112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34" name="Google Shape;1034;p24"/>
              <p:cNvCxnSpPr/>
              <p:nvPr/>
            </p:nvCxnSpPr>
            <p:spPr>
              <a:xfrm rot="-6900000" flipH="1">
                <a:off x="5900410" y="53424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35" name="Google Shape;1035;p24"/>
              <p:cNvCxnSpPr/>
              <p:nvPr/>
            </p:nvCxnSpPr>
            <p:spPr>
              <a:xfrm rot="-7020000" flipH="1">
                <a:off x="5955760" y="547369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1036" name="Google Shape;1036;p24"/>
          <p:cNvSpPr txBox="1">
            <a:spLocks noGrp="1"/>
          </p:cNvSpPr>
          <p:nvPr>
            <p:ph type="body" idx="1"/>
          </p:nvPr>
        </p:nvSpPr>
        <p:spPr>
          <a:xfrm>
            <a:off x="0" y="927909"/>
            <a:ext cx="12192000" cy="5259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After the augmentation and grouping based on location, there are </a:t>
            </a:r>
            <a:r>
              <a:rPr lang="en-US" sz="2400" b="1" dirty="0">
                <a:solidFill>
                  <a:srgbClr val="FFFF00"/>
                </a:solidFill>
              </a:rPr>
              <a:t>36</a:t>
            </a:r>
            <a:r>
              <a:rPr lang="en-US" sz="2400" b="1" dirty="0"/>
              <a:t> classes of </a:t>
            </a:r>
            <a:r>
              <a:rPr lang="en-US" sz="2400" b="1" dirty="0">
                <a:solidFill>
                  <a:srgbClr val="FFFF00"/>
                </a:solidFill>
              </a:rPr>
              <a:t>training</a:t>
            </a:r>
            <a:r>
              <a:rPr lang="en-US" sz="2400" b="1" dirty="0"/>
              <a:t> images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FFFF00"/>
                </a:solidFill>
              </a:rPr>
              <a:t>10 </a:t>
            </a:r>
            <a:r>
              <a:rPr lang="en-US" sz="2400" dirty="0"/>
              <a:t>of the repeated or closely located brain scan images are given to the </a:t>
            </a:r>
            <a:r>
              <a:rPr lang="en-US" sz="2400" b="1" dirty="0">
                <a:solidFill>
                  <a:srgbClr val="FFFF00"/>
                </a:solidFill>
              </a:rPr>
              <a:t>test</a:t>
            </a:r>
            <a:r>
              <a:rPr lang="en-US" sz="2400" b="1" dirty="0"/>
              <a:t> </a:t>
            </a:r>
            <a:r>
              <a:rPr lang="en-US" sz="2400" dirty="0"/>
              <a:t>set.</a:t>
            </a:r>
            <a:endParaRPr sz="2400" dirty="0"/>
          </a:p>
          <a:p>
            <a:pPr marL="285750" lvl="0" indent="-171450" algn="just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285750" lvl="0" indent="-171450" algn="just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 dirty="0"/>
              <a:t>    		     </a:t>
            </a:r>
            <a:r>
              <a:rPr lang="en-US" sz="2400" b="1" dirty="0"/>
              <a:t>Training and validation:</a:t>
            </a:r>
            <a:endParaRPr sz="2400" b="1" dirty="0"/>
          </a:p>
          <a:p>
            <a:pPr marL="285750" lvl="0" indent="-171450" algn="just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b="1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                                                </a:t>
            </a:r>
            <a:endParaRPr sz="2400" b="1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                  			             Test:</a:t>
            </a:r>
            <a:endParaRPr b="1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285750" lvl="0" indent="-171450" algn="just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</a:t>
            </a:r>
            <a:endParaRPr dirty="0"/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In the Training Dataset we have considered a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FF00"/>
                </a:solidFill>
              </a:rPr>
              <a:t>70-30 training-validation </a:t>
            </a:r>
            <a:r>
              <a:rPr lang="en-US" sz="2400" dirty="0"/>
              <a:t>split </a:t>
            </a:r>
            <a:endParaRPr sz="24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</p:txBody>
      </p:sp>
      <p:sp>
        <p:nvSpPr>
          <p:cNvPr id="1037" name="Google Shape;1037;p24"/>
          <p:cNvSpPr txBox="1"/>
          <p:nvPr/>
        </p:nvSpPr>
        <p:spPr>
          <a:xfrm>
            <a:off x="4186925" y="5326400"/>
            <a:ext cx="3709112" cy="9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on:	781 samples</a:t>
            </a:r>
            <a:endParaRPr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 on: 	334 samples</a:t>
            </a:r>
            <a:endParaRPr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8" name="Google Shape;1038;p24"/>
          <p:cNvPicPr preferRelativeResize="0"/>
          <p:nvPr/>
        </p:nvPicPr>
        <p:blipFill rotWithShape="1">
          <a:blip r:embed="rId4">
            <a:alphaModFix/>
          </a:blip>
          <a:srcRect l="20000" t="54485" r="64001" b="39115"/>
          <a:stretch/>
        </p:blipFill>
        <p:spPr>
          <a:xfrm>
            <a:off x="5523772" y="2571633"/>
            <a:ext cx="3975398" cy="894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038;p24">
            <a:extLst>
              <a:ext uri="{FF2B5EF4-FFF2-40B4-BE49-F238E27FC236}">
                <a16:creationId xmlns:a16="http://schemas.microsoft.com/office/drawing/2014/main" id="{75B257E1-86B4-46BF-B283-766B7D2C25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0000" t="60823" r="64001" b="33178"/>
          <a:stretch/>
        </p:blipFill>
        <p:spPr>
          <a:xfrm>
            <a:off x="5512678" y="3699516"/>
            <a:ext cx="3975398" cy="838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0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25"/>
          <p:cNvSpPr txBox="1">
            <a:spLocks noGrp="1"/>
          </p:cNvSpPr>
          <p:nvPr>
            <p:ph type="title"/>
          </p:nvPr>
        </p:nvSpPr>
        <p:spPr>
          <a:xfrm>
            <a:off x="2885077" y="-228609"/>
            <a:ext cx="61434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ACCURACIES AND TWEAKS</a:t>
            </a:r>
            <a:endParaRPr/>
          </a:p>
        </p:txBody>
      </p:sp>
      <p:grpSp>
        <p:nvGrpSpPr>
          <p:cNvPr id="1045" name="Google Shape;1045;p25"/>
          <p:cNvGrpSpPr/>
          <p:nvPr/>
        </p:nvGrpSpPr>
        <p:grpSpPr>
          <a:xfrm rot="-332396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1046" name="Google Shape;1046;p25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490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7" name="Google Shape;1047;p25"/>
            <p:cNvGrpSpPr/>
            <p:nvPr/>
          </p:nvGrpSpPr>
          <p:grpSpPr>
            <a:xfrm>
              <a:off x="5516218" y="331504"/>
              <a:ext cx="6675782" cy="5276654"/>
              <a:chOff x="5516218" y="331504"/>
              <a:chExt cx="6675782" cy="5276654"/>
            </a:xfrm>
          </p:grpSpPr>
          <p:cxnSp>
            <p:nvCxnSpPr>
              <p:cNvPr id="1048" name="Google Shape;1048;p25"/>
              <p:cNvCxnSpPr/>
              <p:nvPr/>
            </p:nvCxnSpPr>
            <p:spPr>
              <a:xfrm flipH="1">
                <a:off x="9266830" y="3315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49" name="Google Shape;1049;p25"/>
              <p:cNvCxnSpPr/>
              <p:nvPr/>
            </p:nvCxnSpPr>
            <p:spPr>
              <a:xfrm rot="120000" flipH="1">
                <a:off x="9408861" y="3383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50" name="Google Shape;1050;p25"/>
              <p:cNvCxnSpPr/>
              <p:nvPr/>
            </p:nvCxnSpPr>
            <p:spPr>
              <a:xfrm rot="240000" flipH="1">
                <a:off x="9551700" y="34763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51" name="Google Shape;1051;p25"/>
              <p:cNvCxnSpPr/>
              <p:nvPr/>
            </p:nvCxnSpPr>
            <p:spPr>
              <a:xfrm rot="360000" flipH="1">
                <a:off x="9688748" y="36808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52" name="Google Shape;1052;p25"/>
              <p:cNvCxnSpPr/>
              <p:nvPr/>
            </p:nvCxnSpPr>
            <p:spPr>
              <a:xfrm rot="540000" flipH="1">
                <a:off x="9824866" y="38922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53" name="Google Shape;1053;p25"/>
              <p:cNvCxnSpPr/>
              <p:nvPr/>
            </p:nvCxnSpPr>
            <p:spPr>
              <a:xfrm rot="660000" flipH="1">
                <a:off x="9966867" y="41754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54" name="Google Shape;1054;p25"/>
              <p:cNvCxnSpPr/>
              <p:nvPr/>
            </p:nvCxnSpPr>
            <p:spPr>
              <a:xfrm rot="780000" flipH="1">
                <a:off x="10104425" y="4458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55" name="Google Shape;1055;p25"/>
              <p:cNvCxnSpPr/>
              <p:nvPr/>
            </p:nvCxnSpPr>
            <p:spPr>
              <a:xfrm rot="900000" flipH="1">
                <a:off x="10240513" y="47948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56" name="Google Shape;1056;p25"/>
              <p:cNvCxnSpPr/>
              <p:nvPr/>
            </p:nvCxnSpPr>
            <p:spPr>
              <a:xfrm rot="1080000" flipH="1">
                <a:off x="10373882" y="52435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57" name="Google Shape;1057;p25"/>
              <p:cNvCxnSpPr/>
              <p:nvPr/>
            </p:nvCxnSpPr>
            <p:spPr>
              <a:xfrm rot="1200000" flipH="1">
                <a:off x="10505632" y="570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58" name="Google Shape;1058;p25"/>
              <p:cNvCxnSpPr/>
              <p:nvPr/>
            </p:nvCxnSpPr>
            <p:spPr>
              <a:xfrm rot="1320000" flipH="1">
                <a:off x="10637382" y="62134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59" name="Google Shape;1059;p25"/>
              <p:cNvCxnSpPr/>
              <p:nvPr/>
            </p:nvCxnSpPr>
            <p:spPr>
              <a:xfrm rot="1440000" flipH="1">
                <a:off x="10760965" y="69043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60" name="Google Shape;1060;p25"/>
              <p:cNvCxnSpPr/>
              <p:nvPr/>
            </p:nvCxnSpPr>
            <p:spPr>
              <a:xfrm rot="1620000" flipH="1">
                <a:off x="10888991" y="755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61" name="Google Shape;1061;p25"/>
              <p:cNvCxnSpPr/>
              <p:nvPr/>
            </p:nvCxnSpPr>
            <p:spPr>
              <a:xfrm rot="1740000" flipH="1">
                <a:off x="11010193" y="81974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62" name="Google Shape;1062;p25"/>
              <p:cNvCxnSpPr/>
              <p:nvPr/>
            </p:nvCxnSpPr>
            <p:spPr>
              <a:xfrm rot="1860000" flipH="1">
                <a:off x="11129014" y="89566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63" name="Google Shape;1063;p25"/>
              <p:cNvCxnSpPr/>
              <p:nvPr/>
            </p:nvCxnSpPr>
            <p:spPr>
              <a:xfrm rot="1980000" flipH="1">
                <a:off x="11249872" y="968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64" name="Google Shape;1064;p25"/>
              <p:cNvCxnSpPr/>
              <p:nvPr/>
            </p:nvCxnSpPr>
            <p:spPr>
              <a:xfrm rot="2160000" flipH="1">
                <a:off x="11366875" y="10480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65" name="Google Shape;1065;p25"/>
              <p:cNvCxnSpPr/>
              <p:nvPr/>
            </p:nvCxnSpPr>
            <p:spPr>
              <a:xfrm rot="2280000" flipH="1">
                <a:off x="11474058" y="11315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66" name="Google Shape;1066;p25"/>
              <p:cNvCxnSpPr/>
              <p:nvPr/>
            </p:nvCxnSpPr>
            <p:spPr>
              <a:xfrm rot="2400000" flipH="1">
                <a:off x="11583303" y="122179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67" name="Google Shape;1067;p25"/>
              <p:cNvCxnSpPr/>
              <p:nvPr/>
            </p:nvCxnSpPr>
            <p:spPr>
              <a:xfrm rot="2520000" flipH="1">
                <a:off x="11685344" y="132177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68" name="Google Shape;1068;p25"/>
              <p:cNvCxnSpPr/>
              <p:nvPr/>
            </p:nvCxnSpPr>
            <p:spPr>
              <a:xfrm rot="2700000" flipH="1">
                <a:off x="11787704" y="14176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69" name="Google Shape;1069;p25"/>
              <p:cNvCxnSpPr/>
              <p:nvPr/>
            </p:nvCxnSpPr>
            <p:spPr>
              <a:xfrm rot="2820000" flipH="1">
                <a:off x="11880859" y="15179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0" name="Google Shape;1070;p25"/>
              <p:cNvCxnSpPr/>
              <p:nvPr/>
            </p:nvCxnSpPr>
            <p:spPr>
              <a:xfrm rot="2940000" flipH="1">
                <a:off x="11969252" y="162743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1" name="Google Shape;1071;p25"/>
              <p:cNvCxnSpPr/>
              <p:nvPr/>
            </p:nvCxnSpPr>
            <p:spPr>
              <a:xfrm rot="3060000" flipH="1">
                <a:off x="12062016" y="173601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2" name="Google Shape;1072;p25"/>
              <p:cNvCxnSpPr/>
              <p:nvPr/>
            </p:nvCxnSpPr>
            <p:spPr>
              <a:xfrm flipH="1">
                <a:off x="12074680" y="1910249"/>
                <a:ext cx="117320" cy="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3" name="Google Shape;1073;p25"/>
              <p:cNvCxnSpPr/>
              <p:nvPr/>
            </p:nvCxnSpPr>
            <p:spPr>
              <a:xfrm flipH="1">
                <a:off x="12149943" y="2083594"/>
                <a:ext cx="39676" cy="2143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4" name="Google Shape;1074;p25"/>
              <p:cNvCxnSpPr/>
              <p:nvPr/>
            </p:nvCxnSpPr>
            <p:spPr>
              <a:xfrm rot="-180000" flipH="1">
                <a:off x="9127990" y="33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5" name="Google Shape;1075;p25"/>
              <p:cNvCxnSpPr/>
              <p:nvPr/>
            </p:nvCxnSpPr>
            <p:spPr>
              <a:xfrm rot="-300000" flipH="1">
                <a:off x="8987576" y="33663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6" name="Google Shape;1076;p25"/>
              <p:cNvCxnSpPr/>
              <p:nvPr/>
            </p:nvCxnSpPr>
            <p:spPr>
              <a:xfrm rot="-420000" flipH="1">
                <a:off x="8844859" y="35117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7" name="Google Shape;1077;p25"/>
              <p:cNvCxnSpPr/>
              <p:nvPr/>
            </p:nvCxnSpPr>
            <p:spPr>
              <a:xfrm rot="-540000" flipH="1">
                <a:off x="8706904" y="3657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8" name="Google Shape;1078;p25"/>
              <p:cNvCxnSpPr/>
              <p:nvPr/>
            </p:nvCxnSpPr>
            <p:spPr>
              <a:xfrm rot="-720000" flipH="1">
                <a:off x="8568008" y="3878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9" name="Google Shape;1079;p25"/>
              <p:cNvCxnSpPr/>
              <p:nvPr/>
            </p:nvCxnSpPr>
            <p:spPr>
              <a:xfrm rot="-840000" flipH="1">
                <a:off x="8429112" y="4100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0" name="Google Shape;1080;p25"/>
              <p:cNvCxnSpPr/>
              <p:nvPr/>
            </p:nvCxnSpPr>
            <p:spPr>
              <a:xfrm rot="-960000" flipH="1">
                <a:off x="8294968" y="4462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1" name="Google Shape;1081;p25"/>
              <p:cNvCxnSpPr/>
              <p:nvPr/>
            </p:nvCxnSpPr>
            <p:spPr>
              <a:xfrm rot="-1080000" flipH="1">
                <a:off x="8160824" y="48237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2" name="Google Shape;1082;p25"/>
              <p:cNvCxnSpPr/>
              <p:nvPr/>
            </p:nvCxnSpPr>
            <p:spPr>
              <a:xfrm rot="-1260000" flipH="1">
                <a:off x="8027689" y="53184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3" name="Google Shape;1083;p25"/>
              <p:cNvCxnSpPr/>
              <p:nvPr/>
            </p:nvCxnSpPr>
            <p:spPr>
              <a:xfrm rot="-1380000" flipH="1">
                <a:off x="7894554" y="58132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4" name="Google Shape;1084;p25"/>
              <p:cNvCxnSpPr/>
              <p:nvPr/>
            </p:nvCxnSpPr>
            <p:spPr>
              <a:xfrm rot="-1500000" flipH="1">
                <a:off x="7761419" y="63079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5" name="Google Shape;1085;p25"/>
              <p:cNvCxnSpPr/>
              <p:nvPr/>
            </p:nvCxnSpPr>
            <p:spPr>
              <a:xfrm rot="-1620000" flipH="1">
                <a:off x="7636645" y="6898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6" name="Google Shape;1086;p25"/>
              <p:cNvCxnSpPr/>
              <p:nvPr/>
            </p:nvCxnSpPr>
            <p:spPr>
              <a:xfrm rot="-1800000" flipH="1">
                <a:off x="7511871" y="75119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7" name="Google Shape;1087;p25"/>
              <p:cNvCxnSpPr/>
              <p:nvPr/>
            </p:nvCxnSpPr>
            <p:spPr>
              <a:xfrm rot="-1920000" flipH="1">
                <a:off x="7387899" y="81977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8" name="Google Shape;1088;p25"/>
              <p:cNvCxnSpPr/>
              <p:nvPr/>
            </p:nvCxnSpPr>
            <p:spPr>
              <a:xfrm rot="-2040000" flipH="1">
                <a:off x="7268530" y="8931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9" name="Google Shape;1089;p25"/>
              <p:cNvCxnSpPr/>
              <p:nvPr/>
            </p:nvCxnSpPr>
            <p:spPr>
              <a:xfrm rot="-2160000" flipH="1">
                <a:off x="7152030" y="9765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90" name="Google Shape;1090;p25"/>
              <p:cNvCxnSpPr/>
              <p:nvPr/>
            </p:nvCxnSpPr>
            <p:spPr>
              <a:xfrm rot="-2340000" flipH="1">
                <a:off x="7041695" y="10600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91" name="Google Shape;1091;p25"/>
              <p:cNvCxnSpPr/>
              <p:nvPr/>
            </p:nvCxnSpPr>
            <p:spPr>
              <a:xfrm rot="-2460000" flipH="1">
                <a:off x="6931360" y="114346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92" name="Google Shape;1092;p25"/>
              <p:cNvCxnSpPr/>
              <p:nvPr/>
            </p:nvCxnSpPr>
            <p:spPr>
              <a:xfrm rot="-2580000" flipH="1">
                <a:off x="6819070" y="123586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93" name="Google Shape;1093;p25"/>
              <p:cNvCxnSpPr/>
              <p:nvPr/>
            </p:nvCxnSpPr>
            <p:spPr>
              <a:xfrm rot="-2700000" flipH="1">
                <a:off x="6721359" y="133274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94" name="Google Shape;1094;p25"/>
              <p:cNvCxnSpPr/>
              <p:nvPr/>
            </p:nvCxnSpPr>
            <p:spPr>
              <a:xfrm rot="-2880000" flipH="1">
                <a:off x="6617467" y="1429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95" name="Google Shape;1095;p25"/>
              <p:cNvCxnSpPr/>
              <p:nvPr/>
            </p:nvCxnSpPr>
            <p:spPr>
              <a:xfrm rot="-3000000" flipH="1">
                <a:off x="6520032" y="15272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96" name="Google Shape;1096;p25"/>
              <p:cNvCxnSpPr/>
              <p:nvPr/>
            </p:nvCxnSpPr>
            <p:spPr>
              <a:xfrm rot="-3120000" flipH="1">
                <a:off x="6429579" y="16416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97" name="Google Shape;1097;p25"/>
              <p:cNvCxnSpPr/>
              <p:nvPr/>
            </p:nvCxnSpPr>
            <p:spPr>
              <a:xfrm rot="-3240000" flipH="1">
                <a:off x="6340532" y="1750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98" name="Google Shape;1098;p25"/>
              <p:cNvCxnSpPr/>
              <p:nvPr/>
            </p:nvCxnSpPr>
            <p:spPr>
              <a:xfrm rot="-3420000" flipH="1">
                <a:off x="6261757" y="18601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99" name="Google Shape;1099;p25"/>
              <p:cNvCxnSpPr/>
              <p:nvPr/>
            </p:nvCxnSpPr>
            <p:spPr>
              <a:xfrm rot="-3540000" flipH="1">
                <a:off x="6184144" y="19796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00" name="Google Shape;1100;p25"/>
              <p:cNvCxnSpPr/>
              <p:nvPr/>
            </p:nvCxnSpPr>
            <p:spPr>
              <a:xfrm rot="-3660000" flipH="1">
                <a:off x="6106531" y="20990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01" name="Google Shape;1101;p25"/>
              <p:cNvCxnSpPr/>
              <p:nvPr/>
            </p:nvCxnSpPr>
            <p:spPr>
              <a:xfrm rot="-3780000" flipH="1">
                <a:off x="6043206" y="222255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02" name="Google Shape;1102;p25"/>
              <p:cNvCxnSpPr/>
              <p:nvPr/>
            </p:nvCxnSpPr>
            <p:spPr>
              <a:xfrm rot="-3960000" flipH="1">
                <a:off x="5978913" y="234430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03" name="Google Shape;1103;p25"/>
              <p:cNvCxnSpPr/>
              <p:nvPr/>
            </p:nvCxnSpPr>
            <p:spPr>
              <a:xfrm rot="-4080000" flipH="1">
                <a:off x="5912438" y="24706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04" name="Google Shape;1104;p25"/>
              <p:cNvCxnSpPr/>
              <p:nvPr/>
            </p:nvCxnSpPr>
            <p:spPr>
              <a:xfrm rot="-4200000" flipH="1">
                <a:off x="5858875" y="260092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05" name="Google Shape;1105;p25"/>
              <p:cNvCxnSpPr/>
              <p:nvPr/>
            </p:nvCxnSpPr>
            <p:spPr>
              <a:xfrm rot="-4320000" flipH="1">
                <a:off x="5808182" y="273404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06" name="Google Shape;1106;p25"/>
              <p:cNvCxnSpPr/>
              <p:nvPr/>
            </p:nvCxnSpPr>
            <p:spPr>
              <a:xfrm rot="-4500000" flipH="1">
                <a:off x="5773263" y="28668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07" name="Google Shape;1107;p25"/>
              <p:cNvCxnSpPr/>
              <p:nvPr/>
            </p:nvCxnSpPr>
            <p:spPr>
              <a:xfrm rot="-4620000" flipH="1">
                <a:off x="5735963" y="300206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08" name="Google Shape;1108;p25"/>
              <p:cNvCxnSpPr/>
              <p:nvPr/>
            </p:nvCxnSpPr>
            <p:spPr>
              <a:xfrm rot="-4740000" flipH="1">
                <a:off x="5700105" y="31389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09" name="Google Shape;1109;p25"/>
              <p:cNvCxnSpPr/>
              <p:nvPr/>
            </p:nvCxnSpPr>
            <p:spPr>
              <a:xfrm rot="-4860000" flipH="1">
                <a:off x="5665939" y="327548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10" name="Google Shape;1110;p25"/>
              <p:cNvCxnSpPr/>
              <p:nvPr/>
            </p:nvCxnSpPr>
            <p:spPr>
              <a:xfrm rot="-5040000" flipH="1">
                <a:off x="5644476" y="341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11" name="Google Shape;1111;p25"/>
              <p:cNvCxnSpPr/>
              <p:nvPr/>
            </p:nvCxnSpPr>
            <p:spPr>
              <a:xfrm rot="-5160000" flipH="1">
                <a:off x="5626530" y="3554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12" name="Google Shape;1112;p25"/>
              <p:cNvCxnSpPr/>
              <p:nvPr/>
            </p:nvCxnSpPr>
            <p:spPr>
              <a:xfrm rot="-5280000" flipH="1">
                <a:off x="5616429" y="36918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13" name="Google Shape;1113;p25"/>
              <p:cNvCxnSpPr/>
              <p:nvPr/>
            </p:nvCxnSpPr>
            <p:spPr>
              <a:xfrm rot="-5400000" flipH="1">
                <a:off x="5611319" y="38353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14" name="Google Shape;1114;p25"/>
              <p:cNvCxnSpPr/>
              <p:nvPr/>
            </p:nvCxnSpPr>
            <p:spPr>
              <a:xfrm rot="-5580000" flipH="1">
                <a:off x="5608540" y="397572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15" name="Google Shape;1115;p25"/>
              <p:cNvCxnSpPr/>
              <p:nvPr/>
            </p:nvCxnSpPr>
            <p:spPr>
              <a:xfrm rot="-5700000" flipH="1">
                <a:off x="5605761" y="41160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16" name="Google Shape;1116;p25"/>
              <p:cNvCxnSpPr/>
              <p:nvPr/>
            </p:nvCxnSpPr>
            <p:spPr>
              <a:xfrm rot="-5820000" flipH="1">
                <a:off x="5624195" y="425421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17" name="Google Shape;1117;p25"/>
              <p:cNvCxnSpPr/>
              <p:nvPr/>
            </p:nvCxnSpPr>
            <p:spPr>
              <a:xfrm rot="-5940000" flipH="1">
                <a:off x="5642629" y="43923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18" name="Google Shape;1118;p25"/>
              <p:cNvCxnSpPr/>
              <p:nvPr/>
            </p:nvCxnSpPr>
            <p:spPr>
              <a:xfrm rot="-6120000" flipH="1">
                <a:off x="5654818" y="45363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19" name="Google Shape;1119;p25"/>
              <p:cNvCxnSpPr/>
              <p:nvPr/>
            </p:nvCxnSpPr>
            <p:spPr>
              <a:xfrm rot="-6240000" flipH="1">
                <a:off x="5684446" y="467136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20" name="Google Shape;1120;p25"/>
              <p:cNvCxnSpPr/>
              <p:nvPr/>
            </p:nvCxnSpPr>
            <p:spPr>
              <a:xfrm rot="-6360000" flipH="1">
                <a:off x="5714074" y="48087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21" name="Google Shape;1121;p25"/>
              <p:cNvCxnSpPr/>
              <p:nvPr/>
            </p:nvCxnSpPr>
            <p:spPr>
              <a:xfrm rot="-6480000" flipH="1">
                <a:off x="5748464" y="49484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22" name="Google Shape;1122;p25"/>
              <p:cNvCxnSpPr/>
              <p:nvPr/>
            </p:nvCxnSpPr>
            <p:spPr>
              <a:xfrm rot="-6660000" flipH="1">
                <a:off x="5792091" y="507760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23" name="Google Shape;1123;p25"/>
              <p:cNvCxnSpPr/>
              <p:nvPr/>
            </p:nvCxnSpPr>
            <p:spPr>
              <a:xfrm rot="-6780000" flipH="1">
                <a:off x="5847441" y="52112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24" name="Google Shape;1124;p25"/>
              <p:cNvCxnSpPr/>
              <p:nvPr/>
            </p:nvCxnSpPr>
            <p:spPr>
              <a:xfrm rot="-6900000" flipH="1">
                <a:off x="5900410" y="53424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25" name="Google Shape;1125;p25"/>
              <p:cNvCxnSpPr/>
              <p:nvPr/>
            </p:nvCxnSpPr>
            <p:spPr>
              <a:xfrm rot="-7020000" flipH="1">
                <a:off x="5955760" y="547369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126" name="Google Shape;1126;p25"/>
          <p:cNvGrpSpPr/>
          <p:nvPr/>
        </p:nvGrpSpPr>
        <p:grpSpPr>
          <a:xfrm rot="-6207392">
            <a:off x="7397406" y="-618856"/>
            <a:ext cx="4915057" cy="4271437"/>
            <a:chOff x="5281603" y="104899"/>
            <a:chExt cx="6910397" cy="6005491"/>
          </a:xfrm>
        </p:grpSpPr>
        <p:sp>
          <p:nvSpPr>
            <p:cNvPr id="1127" name="Google Shape;1127;p25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8" name="Google Shape;1128;p25"/>
            <p:cNvGrpSpPr/>
            <p:nvPr/>
          </p:nvGrpSpPr>
          <p:grpSpPr>
            <a:xfrm>
              <a:off x="5516218" y="331504"/>
              <a:ext cx="6675782" cy="5276654"/>
              <a:chOff x="5516218" y="331504"/>
              <a:chExt cx="6675782" cy="5276654"/>
            </a:xfrm>
          </p:grpSpPr>
          <p:cxnSp>
            <p:nvCxnSpPr>
              <p:cNvPr id="1129" name="Google Shape;1129;p25"/>
              <p:cNvCxnSpPr/>
              <p:nvPr/>
            </p:nvCxnSpPr>
            <p:spPr>
              <a:xfrm flipH="1">
                <a:off x="9266830" y="3315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0" name="Google Shape;1130;p25"/>
              <p:cNvCxnSpPr/>
              <p:nvPr/>
            </p:nvCxnSpPr>
            <p:spPr>
              <a:xfrm rot="120000" flipH="1">
                <a:off x="9408861" y="3383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1" name="Google Shape;1131;p25"/>
              <p:cNvCxnSpPr/>
              <p:nvPr/>
            </p:nvCxnSpPr>
            <p:spPr>
              <a:xfrm rot="240000" flipH="1">
                <a:off x="9551700" y="34763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2" name="Google Shape;1132;p25"/>
              <p:cNvCxnSpPr/>
              <p:nvPr/>
            </p:nvCxnSpPr>
            <p:spPr>
              <a:xfrm rot="360000" flipH="1">
                <a:off x="9688748" y="36808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3" name="Google Shape;1133;p25"/>
              <p:cNvCxnSpPr/>
              <p:nvPr/>
            </p:nvCxnSpPr>
            <p:spPr>
              <a:xfrm rot="540000" flipH="1">
                <a:off x="9824866" y="38922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4" name="Google Shape;1134;p25"/>
              <p:cNvCxnSpPr/>
              <p:nvPr/>
            </p:nvCxnSpPr>
            <p:spPr>
              <a:xfrm rot="660000" flipH="1">
                <a:off x="9966867" y="41754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5" name="Google Shape;1135;p25"/>
              <p:cNvCxnSpPr/>
              <p:nvPr/>
            </p:nvCxnSpPr>
            <p:spPr>
              <a:xfrm rot="780000" flipH="1">
                <a:off x="10104425" y="4458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6" name="Google Shape;1136;p25"/>
              <p:cNvCxnSpPr/>
              <p:nvPr/>
            </p:nvCxnSpPr>
            <p:spPr>
              <a:xfrm rot="900000" flipH="1">
                <a:off x="10240513" y="47948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7" name="Google Shape;1137;p25"/>
              <p:cNvCxnSpPr/>
              <p:nvPr/>
            </p:nvCxnSpPr>
            <p:spPr>
              <a:xfrm rot="1080000" flipH="1">
                <a:off x="10373882" y="52435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8" name="Google Shape;1138;p25"/>
              <p:cNvCxnSpPr/>
              <p:nvPr/>
            </p:nvCxnSpPr>
            <p:spPr>
              <a:xfrm rot="1200000" flipH="1">
                <a:off x="10505632" y="570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9" name="Google Shape;1139;p25"/>
              <p:cNvCxnSpPr/>
              <p:nvPr/>
            </p:nvCxnSpPr>
            <p:spPr>
              <a:xfrm rot="1320000" flipH="1">
                <a:off x="10637382" y="62134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0" name="Google Shape;1140;p25"/>
              <p:cNvCxnSpPr/>
              <p:nvPr/>
            </p:nvCxnSpPr>
            <p:spPr>
              <a:xfrm rot="1440000" flipH="1">
                <a:off x="10760965" y="69043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1" name="Google Shape;1141;p25"/>
              <p:cNvCxnSpPr/>
              <p:nvPr/>
            </p:nvCxnSpPr>
            <p:spPr>
              <a:xfrm rot="1620000" flipH="1">
                <a:off x="10888991" y="755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2" name="Google Shape;1142;p25"/>
              <p:cNvCxnSpPr/>
              <p:nvPr/>
            </p:nvCxnSpPr>
            <p:spPr>
              <a:xfrm rot="1740000" flipH="1">
                <a:off x="11010193" y="81974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3" name="Google Shape;1143;p25"/>
              <p:cNvCxnSpPr/>
              <p:nvPr/>
            </p:nvCxnSpPr>
            <p:spPr>
              <a:xfrm rot="1860000" flipH="1">
                <a:off x="11129014" y="89566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4" name="Google Shape;1144;p25"/>
              <p:cNvCxnSpPr/>
              <p:nvPr/>
            </p:nvCxnSpPr>
            <p:spPr>
              <a:xfrm rot="1980000" flipH="1">
                <a:off x="11249872" y="968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5" name="Google Shape;1145;p25"/>
              <p:cNvCxnSpPr/>
              <p:nvPr/>
            </p:nvCxnSpPr>
            <p:spPr>
              <a:xfrm rot="2160000" flipH="1">
                <a:off x="11366875" y="10480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6" name="Google Shape;1146;p25"/>
              <p:cNvCxnSpPr/>
              <p:nvPr/>
            </p:nvCxnSpPr>
            <p:spPr>
              <a:xfrm rot="2280000" flipH="1">
                <a:off x="11474058" y="11315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7" name="Google Shape;1147;p25"/>
              <p:cNvCxnSpPr/>
              <p:nvPr/>
            </p:nvCxnSpPr>
            <p:spPr>
              <a:xfrm rot="2400000" flipH="1">
                <a:off x="11583303" y="122179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8" name="Google Shape;1148;p25"/>
              <p:cNvCxnSpPr/>
              <p:nvPr/>
            </p:nvCxnSpPr>
            <p:spPr>
              <a:xfrm rot="2520000" flipH="1">
                <a:off x="11685344" y="132177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9" name="Google Shape;1149;p25"/>
              <p:cNvCxnSpPr/>
              <p:nvPr/>
            </p:nvCxnSpPr>
            <p:spPr>
              <a:xfrm rot="2700000" flipH="1">
                <a:off x="11787704" y="14176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0" name="Google Shape;1150;p25"/>
              <p:cNvCxnSpPr/>
              <p:nvPr/>
            </p:nvCxnSpPr>
            <p:spPr>
              <a:xfrm rot="2820000" flipH="1">
                <a:off x="11880859" y="15179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1" name="Google Shape;1151;p25"/>
              <p:cNvCxnSpPr/>
              <p:nvPr/>
            </p:nvCxnSpPr>
            <p:spPr>
              <a:xfrm rot="2940000" flipH="1">
                <a:off x="11969252" y="162743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2" name="Google Shape;1152;p25"/>
              <p:cNvCxnSpPr/>
              <p:nvPr/>
            </p:nvCxnSpPr>
            <p:spPr>
              <a:xfrm rot="3060000" flipH="1">
                <a:off x="12062016" y="173601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3" name="Google Shape;1153;p25"/>
              <p:cNvCxnSpPr/>
              <p:nvPr/>
            </p:nvCxnSpPr>
            <p:spPr>
              <a:xfrm flipH="1">
                <a:off x="12074680" y="1910249"/>
                <a:ext cx="117320" cy="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4" name="Google Shape;1154;p25"/>
              <p:cNvCxnSpPr/>
              <p:nvPr/>
            </p:nvCxnSpPr>
            <p:spPr>
              <a:xfrm flipH="1">
                <a:off x="12149943" y="2083594"/>
                <a:ext cx="39676" cy="2143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5" name="Google Shape;1155;p25"/>
              <p:cNvCxnSpPr/>
              <p:nvPr/>
            </p:nvCxnSpPr>
            <p:spPr>
              <a:xfrm rot="-180000" flipH="1">
                <a:off x="9127990" y="33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6" name="Google Shape;1156;p25"/>
              <p:cNvCxnSpPr/>
              <p:nvPr/>
            </p:nvCxnSpPr>
            <p:spPr>
              <a:xfrm rot="-300000" flipH="1">
                <a:off x="8987576" y="33663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7" name="Google Shape;1157;p25"/>
              <p:cNvCxnSpPr/>
              <p:nvPr/>
            </p:nvCxnSpPr>
            <p:spPr>
              <a:xfrm rot="-420000" flipH="1">
                <a:off x="8844859" y="35117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8" name="Google Shape;1158;p25"/>
              <p:cNvCxnSpPr/>
              <p:nvPr/>
            </p:nvCxnSpPr>
            <p:spPr>
              <a:xfrm rot="-540000" flipH="1">
                <a:off x="8706904" y="3657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9" name="Google Shape;1159;p25"/>
              <p:cNvCxnSpPr/>
              <p:nvPr/>
            </p:nvCxnSpPr>
            <p:spPr>
              <a:xfrm rot="-720000" flipH="1">
                <a:off x="8568008" y="3878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60" name="Google Shape;1160;p25"/>
              <p:cNvCxnSpPr/>
              <p:nvPr/>
            </p:nvCxnSpPr>
            <p:spPr>
              <a:xfrm rot="-840000" flipH="1">
                <a:off x="8429112" y="4100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61" name="Google Shape;1161;p25"/>
              <p:cNvCxnSpPr/>
              <p:nvPr/>
            </p:nvCxnSpPr>
            <p:spPr>
              <a:xfrm rot="-960000" flipH="1">
                <a:off x="8294968" y="4462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62" name="Google Shape;1162;p25"/>
              <p:cNvCxnSpPr/>
              <p:nvPr/>
            </p:nvCxnSpPr>
            <p:spPr>
              <a:xfrm rot="-1080000" flipH="1">
                <a:off x="8160824" y="48237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63" name="Google Shape;1163;p25"/>
              <p:cNvCxnSpPr/>
              <p:nvPr/>
            </p:nvCxnSpPr>
            <p:spPr>
              <a:xfrm rot="-1260000" flipH="1">
                <a:off x="8027689" y="53184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64" name="Google Shape;1164;p25"/>
              <p:cNvCxnSpPr/>
              <p:nvPr/>
            </p:nvCxnSpPr>
            <p:spPr>
              <a:xfrm rot="-1380000" flipH="1">
                <a:off x="7894554" y="58132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65" name="Google Shape;1165;p25"/>
              <p:cNvCxnSpPr/>
              <p:nvPr/>
            </p:nvCxnSpPr>
            <p:spPr>
              <a:xfrm rot="-1500000" flipH="1">
                <a:off x="7761419" y="63079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66" name="Google Shape;1166;p25"/>
              <p:cNvCxnSpPr/>
              <p:nvPr/>
            </p:nvCxnSpPr>
            <p:spPr>
              <a:xfrm rot="-1620000" flipH="1">
                <a:off x="7636645" y="6898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67" name="Google Shape;1167;p25"/>
              <p:cNvCxnSpPr/>
              <p:nvPr/>
            </p:nvCxnSpPr>
            <p:spPr>
              <a:xfrm rot="-1800000" flipH="1">
                <a:off x="7511871" y="75119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68" name="Google Shape;1168;p25"/>
              <p:cNvCxnSpPr/>
              <p:nvPr/>
            </p:nvCxnSpPr>
            <p:spPr>
              <a:xfrm rot="-1920000" flipH="1">
                <a:off x="7387899" y="81977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69" name="Google Shape;1169;p25"/>
              <p:cNvCxnSpPr/>
              <p:nvPr/>
            </p:nvCxnSpPr>
            <p:spPr>
              <a:xfrm rot="-2040000" flipH="1">
                <a:off x="7268530" y="8931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70" name="Google Shape;1170;p25"/>
              <p:cNvCxnSpPr/>
              <p:nvPr/>
            </p:nvCxnSpPr>
            <p:spPr>
              <a:xfrm rot="-2160000" flipH="1">
                <a:off x="7152030" y="9765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71" name="Google Shape;1171;p25"/>
              <p:cNvCxnSpPr/>
              <p:nvPr/>
            </p:nvCxnSpPr>
            <p:spPr>
              <a:xfrm rot="-2340000" flipH="1">
                <a:off x="7041695" y="10600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72" name="Google Shape;1172;p25"/>
              <p:cNvCxnSpPr/>
              <p:nvPr/>
            </p:nvCxnSpPr>
            <p:spPr>
              <a:xfrm rot="-2460000" flipH="1">
                <a:off x="6931360" y="114346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73" name="Google Shape;1173;p25"/>
              <p:cNvCxnSpPr/>
              <p:nvPr/>
            </p:nvCxnSpPr>
            <p:spPr>
              <a:xfrm rot="-2580000" flipH="1">
                <a:off x="6819070" y="123586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74" name="Google Shape;1174;p25"/>
              <p:cNvCxnSpPr/>
              <p:nvPr/>
            </p:nvCxnSpPr>
            <p:spPr>
              <a:xfrm rot="-2700000" flipH="1">
                <a:off x="6721359" y="133274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75" name="Google Shape;1175;p25"/>
              <p:cNvCxnSpPr/>
              <p:nvPr/>
            </p:nvCxnSpPr>
            <p:spPr>
              <a:xfrm rot="-2880000" flipH="1">
                <a:off x="6617467" y="1429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76" name="Google Shape;1176;p25"/>
              <p:cNvCxnSpPr/>
              <p:nvPr/>
            </p:nvCxnSpPr>
            <p:spPr>
              <a:xfrm rot="-3000000" flipH="1">
                <a:off x="6520032" y="15272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77" name="Google Shape;1177;p25"/>
              <p:cNvCxnSpPr/>
              <p:nvPr/>
            </p:nvCxnSpPr>
            <p:spPr>
              <a:xfrm rot="-3120000" flipH="1">
                <a:off x="6429579" y="16416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78" name="Google Shape;1178;p25"/>
              <p:cNvCxnSpPr/>
              <p:nvPr/>
            </p:nvCxnSpPr>
            <p:spPr>
              <a:xfrm rot="-3240000" flipH="1">
                <a:off x="6340532" y="1750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79" name="Google Shape;1179;p25"/>
              <p:cNvCxnSpPr/>
              <p:nvPr/>
            </p:nvCxnSpPr>
            <p:spPr>
              <a:xfrm rot="-3420000" flipH="1">
                <a:off x="6261757" y="18601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0" name="Google Shape;1180;p25"/>
              <p:cNvCxnSpPr/>
              <p:nvPr/>
            </p:nvCxnSpPr>
            <p:spPr>
              <a:xfrm rot="-3540000" flipH="1">
                <a:off x="6184144" y="19796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1" name="Google Shape;1181;p25"/>
              <p:cNvCxnSpPr/>
              <p:nvPr/>
            </p:nvCxnSpPr>
            <p:spPr>
              <a:xfrm rot="-3660000" flipH="1">
                <a:off x="6106531" y="20990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2" name="Google Shape;1182;p25"/>
              <p:cNvCxnSpPr/>
              <p:nvPr/>
            </p:nvCxnSpPr>
            <p:spPr>
              <a:xfrm rot="-3780000" flipH="1">
                <a:off x="6043206" y="222255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3" name="Google Shape;1183;p25"/>
              <p:cNvCxnSpPr/>
              <p:nvPr/>
            </p:nvCxnSpPr>
            <p:spPr>
              <a:xfrm rot="-3960000" flipH="1">
                <a:off x="5978913" y="234430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4" name="Google Shape;1184;p25"/>
              <p:cNvCxnSpPr/>
              <p:nvPr/>
            </p:nvCxnSpPr>
            <p:spPr>
              <a:xfrm rot="-4080000" flipH="1">
                <a:off x="5912438" y="24706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5" name="Google Shape;1185;p25"/>
              <p:cNvCxnSpPr/>
              <p:nvPr/>
            </p:nvCxnSpPr>
            <p:spPr>
              <a:xfrm rot="-4200000" flipH="1">
                <a:off x="5858875" y="260092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6" name="Google Shape;1186;p25"/>
              <p:cNvCxnSpPr/>
              <p:nvPr/>
            </p:nvCxnSpPr>
            <p:spPr>
              <a:xfrm rot="-4320000" flipH="1">
                <a:off x="5808182" y="273404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7" name="Google Shape;1187;p25"/>
              <p:cNvCxnSpPr/>
              <p:nvPr/>
            </p:nvCxnSpPr>
            <p:spPr>
              <a:xfrm rot="-4500000" flipH="1">
                <a:off x="5773263" y="28668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8" name="Google Shape;1188;p25"/>
              <p:cNvCxnSpPr/>
              <p:nvPr/>
            </p:nvCxnSpPr>
            <p:spPr>
              <a:xfrm rot="-4620000" flipH="1">
                <a:off x="5735963" y="300206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9" name="Google Shape;1189;p25"/>
              <p:cNvCxnSpPr/>
              <p:nvPr/>
            </p:nvCxnSpPr>
            <p:spPr>
              <a:xfrm rot="-4740000" flipH="1">
                <a:off x="5700105" y="31389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0" name="Google Shape;1190;p25"/>
              <p:cNvCxnSpPr/>
              <p:nvPr/>
            </p:nvCxnSpPr>
            <p:spPr>
              <a:xfrm rot="-4860000" flipH="1">
                <a:off x="5665939" y="327548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1" name="Google Shape;1191;p25"/>
              <p:cNvCxnSpPr/>
              <p:nvPr/>
            </p:nvCxnSpPr>
            <p:spPr>
              <a:xfrm rot="-5040000" flipH="1">
                <a:off x="5644476" y="341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2" name="Google Shape;1192;p25"/>
              <p:cNvCxnSpPr/>
              <p:nvPr/>
            </p:nvCxnSpPr>
            <p:spPr>
              <a:xfrm rot="-5160000" flipH="1">
                <a:off x="5626530" y="3554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3" name="Google Shape;1193;p25"/>
              <p:cNvCxnSpPr/>
              <p:nvPr/>
            </p:nvCxnSpPr>
            <p:spPr>
              <a:xfrm rot="-5280000" flipH="1">
                <a:off x="5616429" y="36918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4" name="Google Shape;1194;p25"/>
              <p:cNvCxnSpPr/>
              <p:nvPr/>
            </p:nvCxnSpPr>
            <p:spPr>
              <a:xfrm rot="-5400000" flipH="1">
                <a:off x="5611319" y="38353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5" name="Google Shape;1195;p25"/>
              <p:cNvCxnSpPr/>
              <p:nvPr/>
            </p:nvCxnSpPr>
            <p:spPr>
              <a:xfrm rot="-5580000" flipH="1">
                <a:off x="5608540" y="397572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6" name="Google Shape;1196;p25"/>
              <p:cNvCxnSpPr/>
              <p:nvPr/>
            </p:nvCxnSpPr>
            <p:spPr>
              <a:xfrm rot="-5700000" flipH="1">
                <a:off x="5605761" y="41160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7" name="Google Shape;1197;p25"/>
              <p:cNvCxnSpPr/>
              <p:nvPr/>
            </p:nvCxnSpPr>
            <p:spPr>
              <a:xfrm rot="-5820000" flipH="1">
                <a:off x="5624195" y="425421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8" name="Google Shape;1198;p25"/>
              <p:cNvCxnSpPr/>
              <p:nvPr/>
            </p:nvCxnSpPr>
            <p:spPr>
              <a:xfrm rot="-5940000" flipH="1">
                <a:off x="5642629" y="43923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9" name="Google Shape;1199;p25"/>
              <p:cNvCxnSpPr/>
              <p:nvPr/>
            </p:nvCxnSpPr>
            <p:spPr>
              <a:xfrm rot="-6120000" flipH="1">
                <a:off x="5654818" y="45363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00" name="Google Shape;1200;p25"/>
              <p:cNvCxnSpPr/>
              <p:nvPr/>
            </p:nvCxnSpPr>
            <p:spPr>
              <a:xfrm rot="-6240000" flipH="1">
                <a:off x="5684446" y="467136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01" name="Google Shape;1201;p25"/>
              <p:cNvCxnSpPr/>
              <p:nvPr/>
            </p:nvCxnSpPr>
            <p:spPr>
              <a:xfrm rot="-6360000" flipH="1">
                <a:off x="5714074" y="48087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02" name="Google Shape;1202;p25"/>
              <p:cNvCxnSpPr/>
              <p:nvPr/>
            </p:nvCxnSpPr>
            <p:spPr>
              <a:xfrm rot="-6480000" flipH="1">
                <a:off x="5748464" y="49484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03" name="Google Shape;1203;p25"/>
              <p:cNvCxnSpPr/>
              <p:nvPr/>
            </p:nvCxnSpPr>
            <p:spPr>
              <a:xfrm rot="-6660000" flipH="1">
                <a:off x="5792091" y="507760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04" name="Google Shape;1204;p25"/>
              <p:cNvCxnSpPr/>
              <p:nvPr/>
            </p:nvCxnSpPr>
            <p:spPr>
              <a:xfrm rot="-6780000" flipH="1">
                <a:off x="5847441" y="52112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05" name="Google Shape;1205;p25"/>
              <p:cNvCxnSpPr/>
              <p:nvPr/>
            </p:nvCxnSpPr>
            <p:spPr>
              <a:xfrm rot="-6900000" flipH="1">
                <a:off x="5900410" y="53424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06" name="Google Shape;1206;p25"/>
              <p:cNvCxnSpPr/>
              <p:nvPr/>
            </p:nvCxnSpPr>
            <p:spPr>
              <a:xfrm rot="-7020000" flipH="1">
                <a:off x="5955760" y="547369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1207" name="Google Shape;1207;p25"/>
          <p:cNvSpPr txBox="1"/>
          <p:nvPr/>
        </p:nvSpPr>
        <p:spPr>
          <a:xfrm>
            <a:off x="527535" y="3745016"/>
            <a:ext cx="2267795" cy="10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 loss: 0.0094</a:t>
            </a:r>
            <a:endParaRPr sz="18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Val. loss:         0.0190</a:t>
            </a:r>
            <a:endParaRPr sz="18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9" name="Google Shape;1209;p25"/>
          <p:cNvPicPr preferRelativeResize="0"/>
          <p:nvPr/>
        </p:nvPicPr>
        <p:blipFill rotWithShape="1">
          <a:blip r:embed="rId4">
            <a:alphaModFix/>
          </a:blip>
          <a:srcRect l="20790" t="23667" r="66906" b="45512"/>
          <a:stretch/>
        </p:blipFill>
        <p:spPr>
          <a:xfrm>
            <a:off x="490492" y="975475"/>
            <a:ext cx="2175589" cy="2762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0" name="Google Shape;1210;p25"/>
          <p:cNvPicPr preferRelativeResize="0"/>
          <p:nvPr/>
        </p:nvPicPr>
        <p:blipFill rotWithShape="1">
          <a:blip r:embed="rId5">
            <a:alphaModFix/>
          </a:blip>
          <a:srcRect l="20540" t="55109" r="66560" b="14556"/>
          <a:stretch/>
        </p:blipFill>
        <p:spPr>
          <a:xfrm>
            <a:off x="3558374" y="1017322"/>
            <a:ext cx="2307908" cy="2736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06922" y="5090764"/>
            <a:ext cx="2947255" cy="721815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25"/>
          <p:cNvSpPr txBox="1"/>
          <p:nvPr/>
        </p:nvSpPr>
        <p:spPr>
          <a:xfrm>
            <a:off x="3443751" y="3784063"/>
            <a:ext cx="2888148" cy="10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Training accuracy:  0.9978</a:t>
            </a:r>
            <a:endParaRPr sz="1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Val. accuracy:	0.9910</a:t>
            </a:r>
            <a:endParaRPr sz="11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CFF578D-FE8D-46EE-B4F7-29DB6A7E437F}"/>
                  </a:ext>
                </a:extLst>
              </p14:cNvPr>
              <p14:cNvContentPartPr/>
              <p14:nvPr/>
            </p14:nvContentPartPr>
            <p14:xfrm>
              <a:off x="7337095" y="2082106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CFF578D-FE8D-46EE-B4F7-29DB6A7E437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19455" y="2046106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63A7EEE-813F-42DD-A9E4-1317D37E8A1A}"/>
                  </a:ext>
                </a:extLst>
              </p14:cNvPr>
              <p14:cNvContentPartPr/>
              <p14:nvPr/>
            </p14:nvContentPartPr>
            <p14:xfrm>
              <a:off x="10146535" y="2115226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63A7EEE-813F-42DD-A9E4-1317D37E8A1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28535" y="2079226"/>
                <a:ext cx="36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79285139-5E46-4FB6-B46A-17348C161013}"/>
              </a:ext>
            </a:extLst>
          </p:cNvPr>
          <p:cNvGrpSpPr/>
          <p:nvPr/>
        </p:nvGrpSpPr>
        <p:grpSpPr>
          <a:xfrm>
            <a:off x="377944" y="5079240"/>
            <a:ext cx="3191341" cy="739452"/>
            <a:chOff x="7206125" y="1551925"/>
            <a:chExt cx="4594750" cy="1331150"/>
          </a:xfrm>
        </p:grpSpPr>
        <p:pic>
          <p:nvPicPr>
            <p:cNvPr id="1211" name="Google Shape;1211;p25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7206125" y="1551925"/>
              <a:ext cx="4594750" cy="1331150"/>
            </a:xfrm>
            <a:prstGeom prst="rect">
              <a:avLst/>
            </a:prstGeom>
            <a:noFill/>
            <a:ln>
              <a:noFill/>
            </a:ln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D2CBD84-EEAE-4DFA-8FB2-B63E1C4C0C9B}"/>
                    </a:ext>
                  </a:extLst>
                </p14:cNvPr>
                <p14:cNvContentPartPr/>
                <p14:nvPr/>
              </p14:nvContentPartPr>
              <p14:xfrm>
                <a:off x="7315135" y="1981666"/>
                <a:ext cx="212760" cy="142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D2CBD84-EEAE-4DFA-8FB2-B63E1C4C0C9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89769" y="1916996"/>
                  <a:ext cx="264009" cy="2716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4102F10-9039-40C0-BEBF-5C4112031030}"/>
                    </a:ext>
                  </a:extLst>
                </p14:cNvPr>
                <p14:cNvContentPartPr/>
                <p14:nvPr/>
              </p14:nvContentPartPr>
              <p14:xfrm>
                <a:off x="7445815" y="2467306"/>
                <a:ext cx="225000" cy="222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4102F10-9039-40C0-BEBF-5C411203103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420412" y="2402548"/>
                  <a:ext cx="276325" cy="3509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18882BE-0BC4-4F93-9C9D-DB35624AECB7}"/>
                    </a:ext>
                  </a:extLst>
                </p14:cNvPr>
                <p14:cNvContentPartPr/>
                <p14:nvPr/>
              </p14:nvContentPartPr>
              <p14:xfrm>
                <a:off x="8980495" y="1969066"/>
                <a:ext cx="183960" cy="187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18882BE-0BC4-4F93-9C9D-DB35624AECB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54585" y="1904390"/>
                  <a:ext cx="235262" cy="3162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1869B5A-AA37-4921-A588-B455FC3A127E}"/>
                    </a:ext>
                  </a:extLst>
                </p14:cNvPr>
                <p14:cNvContentPartPr/>
                <p14:nvPr/>
              </p14:nvContentPartPr>
              <p14:xfrm>
                <a:off x="9101095" y="2469466"/>
                <a:ext cx="209880" cy="188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1869B5A-AA37-4921-A588-B455FC3A127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75184" y="2404765"/>
                  <a:ext cx="261184" cy="3170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6087D18-BC64-443C-A058-88465D7739C3}"/>
                    </a:ext>
                  </a:extLst>
                </p14:cNvPr>
                <p14:cNvContentPartPr/>
                <p14:nvPr/>
              </p14:nvContentPartPr>
              <p14:xfrm>
                <a:off x="9384055" y="1948186"/>
                <a:ext cx="213840" cy="223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6087D18-BC64-443C-A058-88465D7739C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358166" y="1883386"/>
                  <a:ext cx="265099" cy="3525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AAE5805-C7FA-4D8C-8D09-BFFB0D0FB951}"/>
                    </a:ext>
                  </a:extLst>
                </p14:cNvPr>
                <p14:cNvContentPartPr/>
                <p14:nvPr/>
              </p14:nvContentPartPr>
              <p14:xfrm>
                <a:off x="9473335" y="2431666"/>
                <a:ext cx="264600" cy="226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AAE5805-C7FA-4D8C-8D09-BFFB0D0FB95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447445" y="2366887"/>
                  <a:ext cx="315863" cy="3549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D43E421-633C-4AB5-A80F-E05F2C9FE043}"/>
                    </a:ext>
                  </a:extLst>
                </p14:cNvPr>
                <p14:cNvContentPartPr/>
                <p14:nvPr/>
              </p14:nvContentPartPr>
              <p14:xfrm>
                <a:off x="10146535" y="1958266"/>
                <a:ext cx="275400" cy="202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D43E421-633C-4AB5-A80F-E05F2C9FE04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120603" y="1893512"/>
                  <a:ext cx="326746" cy="3315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C215FD5-94F0-45C8-BD10-D8B80B50C7A1}"/>
                    </a:ext>
                  </a:extLst>
                </p14:cNvPr>
                <p14:cNvContentPartPr/>
                <p14:nvPr/>
              </p14:nvContentPartPr>
              <p14:xfrm>
                <a:off x="10299535" y="2465506"/>
                <a:ext cx="277200" cy="224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C215FD5-94F0-45C8-BD10-D8B80B50C7A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274147" y="2400768"/>
                  <a:ext cx="328495" cy="353468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E3D25AC-F815-4274-B535-95C4B4A28F10}"/>
              </a:ext>
            </a:extLst>
          </p:cNvPr>
          <p:cNvSpPr/>
          <p:nvPr/>
        </p:nvSpPr>
        <p:spPr>
          <a:xfrm>
            <a:off x="7062921" y="1875726"/>
            <a:ext cx="4739576" cy="2308324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No. of epochs (8,</a:t>
            </a:r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,12)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 size ( </a:t>
            </a:r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(4,4), (5,5)</a:t>
            </a: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Dropout (0.2,</a:t>
            </a:r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resize (</a:t>
            </a:r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128, 128, 3</a:t>
            </a: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values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Degree of variation in Augmented images (10, 20, </a:t>
            </a:r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00A7A0-3C3C-4CAE-9C60-562B3B3BB05B}"/>
              </a:ext>
            </a:extLst>
          </p:cNvPr>
          <p:cNvSpPr/>
          <p:nvPr/>
        </p:nvSpPr>
        <p:spPr>
          <a:xfrm>
            <a:off x="7038454" y="1310115"/>
            <a:ext cx="13869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</a:rPr>
              <a:t>Tweaks</a:t>
            </a: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EE7D7D-DBF1-4FD9-89CD-30FA27FD7E08}"/>
              </a:ext>
            </a:extLst>
          </p:cNvPr>
          <p:cNvSpPr/>
          <p:nvPr/>
        </p:nvSpPr>
        <p:spPr>
          <a:xfrm>
            <a:off x="342860" y="4541687"/>
            <a:ext cx="14414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Test set: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9942B9-B8E5-46FF-82C7-368090917DAA}"/>
              </a:ext>
            </a:extLst>
          </p:cNvPr>
          <p:cNvSpPr/>
          <p:nvPr/>
        </p:nvSpPr>
        <p:spPr>
          <a:xfrm>
            <a:off x="309347" y="5982652"/>
            <a:ext cx="44630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Numbers</a:t>
            </a: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20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Index of class folders </a:t>
            </a: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sorted alphabetically </a:t>
            </a:r>
            <a:r>
              <a:rPr lang="en-US" sz="20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(4/10 = 40%)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53E336-6A00-46FD-9381-8D704ED87FC2}"/>
              </a:ext>
            </a:extLst>
          </p:cNvPr>
          <p:cNvSpPr/>
          <p:nvPr/>
        </p:nvSpPr>
        <p:spPr>
          <a:xfrm>
            <a:off x="4921826" y="4563720"/>
            <a:ext cx="22317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Inference set: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F50AC7-F36B-4A94-8EBC-A7C1EC15FEFC}"/>
              </a:ext>
            </a:extLst>
          </p:cNvPr>
          <p:cNvSpPr/>
          <p:nvPr/>
        </p:nvSpPr>
        <p:spPr>
          <a:xfrm>
            <a:off x="4957909" y="5958455"/>
            <a:ext cx="46999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Around </a:t>
            </a:r>
            <a:r>
              <a:rPr lang="en-US" sz="20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6-7  out of the 36 </a:t>
            </a: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inference cases were predicted </a:t>
            </a:r>
            <a:r>
              <a:rPr lang="en-US" sz="20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correctly</a:t>
            </a: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(16.7% - 19.4%)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7" grpId="0"/>
      <p:bldP spid="1213" grpId="0"/>
      <p:bldP spid="188" grpId="0"/>
      <p:bldP spid="17" grpId="0"/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26"/>
          <p:cNvSpPr txBox="1">
            <a:spLocks noGrp="1"/>
          </p:cNvSpPr>
          <p:nvPr>
            <p:ph type="title"/>
          </p:nvPr>
        </p:nvSpPr>
        <p:spPr>
          <a:xfrm>
            <a:off x="2942625" y="-245300"/>
            <a:ext cx="61443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dirty="0"/>
              <a:t>INTEL MODEL OPTIMIZER </a:t>
            </a:r>
            <a:endParaRPr dirty="0"/>
          </a:p>
        </p:txBody>
      </p:sp>
      <p:grpSp>
        <p:nvGrpSpPr>
          <p:cNvPr id="1220" name="Google Shape;1220;p26"/>
          <p:cNvGrpSpPr/>
          <p:nvPr/>
        </p:nvGrpSpPr>
        <p:grpSpPr>
          <a:xfrm rot="-332396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1221" name="Google Shape;1221;p26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490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22" name="Google Shape;1222;p26"/>
            <p:cNvGrpSpPr/>
            <p:nvPr/>
          </p:nvGrpSpPr>
          <p:grpSpPr>
            <a:xfrm>
              <a:off x="5516218" y="331504"/>
              <a:ext cx="6675782" cy="5276654"/>
              <a:chOff x="5516218" y="331504"/>
              <a:chExt cx="6675782" cy="5276654"/>
            </a:xfrm>
          </p:grpSpPr>
          <p:cxnSp>
            <p:nvCxnSpPr>
              <p:cNvPr id="1223" name="Google Shape;1223;p26"/>
              <p:cNvCxnSpPr/>
              <p:nvPr/>
            </p:nvCxnSpPr>
            <p:spPr>
              <a:xfrm flipH="1">
                <a:off x="9266830" y="3315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24" name="Google Shape;1224;p26"/>
              <p:cNvCxnSpPr/>
              <p:nvPr/>
            </p:nvCxnSpPr>
            <p:spPr>
              <a:xfrm rot="120000" flipH="1">
                <a:off x="9408861" y="3383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25" name="Google Shape;1225;p26"/>
              <p:cNvCxnSpPr/>
              <p:nvPr/>
            </p:nvCxnSpPr>
            <p:spPr>
              <a:xfrm rot="240000" flipH="1">
                <a:off x="9551700" y="34763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26" name="Google Shape;1226;p26"/>
              <p:cNvCxnSpPr/>
              <p:nvPr/>
            </p:nvCxnSpPr>
            <p:spPr>
              <a:xfrm rot="360000" flipH="1">
                <a:off x="9688748" y="36808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27" name="Google Shape;1227;p26"/>
              <p:cNvCxnSpPr/>
              <p:nvPr/>
            </p:nvCxnSpPr>
            <p:spPr>
              <a:xfrm rot="540000" flipH="1">
                <a:off x="9824866" y="38922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28" name="Google Shape;1228;p26"/>
              <p:cNvCxnSpPr/>
              <p:nvPr/>
            </p:nvCxnSpPr>
            <p:spPr>
              <a:xfrm rot="660000" flipH="1">
                <a:off x="9966867" y="41754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29" name="Google Shape;1229;p26"/>
              <p:cNvCxnSpPr/>
              <p:nvPr/>
            </p:nvCxnSpPr>
            <p:spPr>
              <a:xfrm rot="780000" flipH="1">
                <a:off x="10104425" y="4458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30" name="Google Shape;1230;p26"/>
              <p:cNvCxnSpPr/>
              <p:nvPr/>
            </p:nvCxnSpPr>
            <p:spPr>
              <a:xfrm rot="900000" flipH="1">
                <a:off x="10240513" y="47948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31" name="Google Shape;1231;p26"/>
              <p:cNvCxnSpPr/>
              <p:nvPr/>
            </p:nvCxnSpPr>
            <p:spPr>
              <a:xfrm rot="1080000" flipH="1">
                <a:off x="10373882" y="52435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32" name="Google Shape;1232;p26"/>
              <p:cNvCxnSpPr/>
              <p:nvPr/>
            </p:nvCxnSpPr>
            <p:spPr>
              <a:xfrm rot="1200000" flipH="1">
                <a:off x="10505632" y="570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33" name="Google Shape;1233;p26"/>
              <p:cNvCxnSpPr/>
              <p:nvPr/>
            </p:nvCxnSpPr>
            <p:spPr>
              <a:xfrm rot="1320000" flipH="1">
                <a:off x="10637382" y="62134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34" name="Google Shape;1234;p26"/>
              <p:cNvCxnSpPr/>
              <p:nvPr/>
            </p:nvCxnSpPr>
            <p:spPr>
              <a:xfrm rot="1440000" flipH="1">
                <a:off x="10760965" y="69043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35" name="Google Shape;1235;p26"/>
              <p:cNvCxnSpPr/>
              <p:nvPr/>
            </p:nvCxnSpPr>
            <p:spPr>
              <a:xfrm rot="1620000" flipH="1">
                <a:off x="10888991" y="755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36" name="Google Shape;1236;p26"/>
              <p:cNvCxnSpPr/>
              <p:nvPr/>
            </p:nvCxnSpPr>
            <p:spPr>
              <a:xfrm rot="1740000" flipH="1">
                <a:off x="11010193" y="81974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37" name="Google Shape;1237;p26"/>
              <p:cNvCxnSpPr/>
              <p:nvPr/>
            </p:nvCxnSpPr>
            <p:spPr>
              <a:xfrm rot="1860000" flipH="1">
                <a:off x="11129014" y="89566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38" name="Google Shape;1238;p26"/>
              <p:cNvCxnSpPr/>
              <p:nvPr/>
            </p:nvCxnSpPr>
            <p:spPr>
              <a:xfrm rot="1980000" flipH="1">
                <a:off x="11249872" y="968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39" name="Google Shape;1239;p26"/>
              <p:cNvCxnSpPr/>
              <p:nvPr/>
            </p:nvCxnSpPr>
            <p:spPr>
              <a:xfrm rot="2160000" flipH="1">
                <a:off x="11366875" y="10480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0" name="Google Shape;1240;p26"/>
              <p:cNvCxnSpPr/>
              <p:nvPr/>
            </p:nvCxnSpPr>
            <p:spPr>
              <a:xfrm rot="2280000" flipH="1">
                <a:off x="11474058" y="11315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1" name="Google Shape;1241;p26"/>
              <p:cNvCxnSpPr/>
              <p:nvPr/>
            </p:nvCxnSpPr>
            <p:spPr>
              <a:xfrm rot="2400000" flipH="1">
                <a:off x="11583303" y="122179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2" name="Google Shape;1242;p26"/>
              <p:cNvCxnSpPr/>
              <p:nvPr/>
            </p:nvCxnSpPr>
            <p:spPr>
              <a:xfrm rot="2520000" flipH="1">
                <a:off x="11685344" y="132177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3" name="Google Shape;1243;p26"/>
              <p:cNvCxnSpPr/>
              <p:nvPr/>
            </p:nvCxnSpPr>
            <p:spPr>
              <a:xfrm rot="2700000" flipH="1">
                <a:off x="11787704" y="14176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4" name="Google Shape;1244;p26"/>
              <p:cNvCxnSpPr/>
              <p:nvPr/>
            </p:nvCxnSpPr>
            <p:spPr>
              <a:xfrm rot="2820000" flipH="1">
                <a:off x="11880859" y="15179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5" name="Google Shape;1245;p26"/>
              <p:cNvCxnSpPr/>
              <p:nvPr/>
            </p:nvCxnSpPr>
            <p:spPr>
              <a:xfrm rot="2940000" flipH="1">
                <a:off x="11969252" y="162743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6" name="Google Shape;1246;p26"/>
              <p:cNvCxnSpPr/>
              <p:nvPr/>
            </p:nvCxnSpPr>
            <p:spPr>
              <a:xfrm rot="3060000" flipH="1">
                <a:off x="12062016" y="173601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7" name="Google Shape;1247;p26"/>
              <p:cNvCxnSpPr/>
              <p:nvPr/>
            </p:nvCxnSpPr>
            <p:spPr>
              <a:xfrm flipH="1">
                <a:off x="12074680" y="1910249"/>
                <a:ext cx="117320" cy="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8" name="Google Shape;1248;p26"/>
              <p:cNvCxnSpPr/>
              <p:nvPr/>
            </p:nvCxnSpPr>
            <p:spPr>
              <a:xfrm flipH="1">
                <a:off x="12149943" y="2083594"/>
                <a:ext cx="39676" cy="2143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9" name="Google Shape;1249;p26"/>
              <p:cNvCxnSpPr/>
              <p:nvPr/>
            </p:nvCxnSpPr>
            <p:spPr>
              <a:xfrm rot="-180000" flipH="1">
                <a:off x="9127990" y="33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0" name="Google Shape;1250;p26"/>
              <p:cNvCxnSpPr/>
              <p:nvPr/>
            </p:nvCxnSpPr>
            <p:spPr>
              <a:xfrm rot="-300000" flipH="1">
                <a:off x="8987576" y="33663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1" name="Google Shape;1251;p26"/>
              <p:cNvCxnSpPr/>
              <p:nvPr/>
            </p:nvCxnSpPr>
            <p:spPr>
              <a:xfrm rot="-420000" flipH="1">
                <a:off x="8844859" y="35117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2" name="Google Shape;1252;p26"/>
              <p:cNvCxnSpPr/>
              <p:nvPr/>
            </p:nvCxnSpPr>
            <p:spPr>
              <a:xfrm rot="-540000" flipH="1">
                <a:off x="8706904" y="3657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3" name="Google Shape;1253;p26"/>
              <p:cNvCxnSpPr/>
              <p:nvPr/>
            </p:nvCxnSpPr>
            <p:spPr>
              <a:xfrm rot="-720000" flipH="1">
                <a:off x="8568008" y="3878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4" name="Google Shape;1254;p26"/>
              <p:cNvCxnSpPr/>
              <p:nvPr/>
            </p:nvCxnSpPr>
            <p:spPr>
              <a:xfrm rot="-840000" flipH="1">
                <a:off x="8429112" y="4100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5" name="Google Shape;1255;p26"/>
              <p:cNvCxnSpPr/>
              <p:nvPr/>
            </p:nvCxnSpPr>
            <p:spPr>
              <a:xfrm rot="-960000" flipH="1">
                <a:off x="8294968" y="4462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6" name="Google Shape;1256;p26"/>
              <p:cNvCxnSpPr/>
              <p:nvPr/>
            </p:nvCxnSpPr>
            <p:spPr>
              <a:xfrm rot="-1080000" flipH="1">
                <a:off x="8160824" y="48237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7" name="Google Shape;1257;p26"/>
              <p:cNvCxnSpPr/>
              <p:nvPr/>
            </p:nvCxnSpPr>
            <p:spPr>
              <a:xfrm rot="-1260000" flipH="1">
                <a:off x="8027689" y="53184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8" name="Google Shape;1258;p26"/>
              <p:cNvCxnSpPr/>
              <p:nvPr/>
            </p:nvCxnSpPr>
            <p:spPr>
              <a:xfrm rot="-1380000" flipH="1">
                <a:off x="7894554" y="58132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9" name="Google Shape;1259;p26"/>
              <p:cNvCxnSpPr/>
              <p:nvPr/>
            </p:nvCxnSpPr>
            <p:spPr>
              <a:xfrm rot="-1500000" flipH="1">
                <a:off x="7761419" y="63079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60" name="Google Shape;1260;p26"/>
              <p:cNvCxnSpPr/>
              <p:nvPr/>
            </p:nvCxnSpPr>
            <p:spPr>
              <a:xfrm rot="-1620000" flipH="1">
                <a:off x="7636645" y="6898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61" name="Google Shape;1261;p26"/>
              <p:cNvCxnSpPr/>
              <p:nvPr/>
            </p:nvCxnSpPr>
            <p:spPr>
              <a:xfrm rot="-1800000" flipH="1">
                <a:off x="7511871" y="75119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62" name="Google Shape;1262;p26"/>
              <p:cNvCxnSpPr/>
              <p:nvPr/>
            </p:nvCxnSpPr>
            <p:spPr>
              <a:xfrm rot="-1920000" flipH="1">
                <a:off x="7387899" y="81977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63" name="Google Shape;1263;p26"/>
              <p:cNvCxnSpPr/>
              <p:nvPr/>
            </p:nvCxnSpPr>
            <p:spPr>
              <a:xfrm rot="-2040000" flipH="1">
                <a:off x="7268530" y="8931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64" name="Google Shape;1264;p26"/>
              <p:cNvCxnSpPr/>
              <p:nvPr/>
            </p:nvCxnSpPr>
            <p:spPr>
              <a:xfrm rot="-2160000" flipH="1">
                <a:off x="7152030" y="9765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65" name="Google Shape;1265;p26"/>
              <p:cNvCxnSpPr/>
              <p:nvPr/>
            </p:nvCxnSpPr>
            <p:spPr>
              <a:xfrm rot="-2340000" flipH="1">
                <a:off x="7041695" y="10600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66" name="Google Shape;1266;p26"/>
              <p:cNvCxnSpPr/>
              <p:nvPr/>
            </p:nvCxnSpPr>
            <p:spPr>
              <a:xfrm rot="-2460000" flipH="1">
                <a:off x="6931360" y="114346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67" name="Google Shape;1267;p26"/>
              <p:cNvCxnSpPr/>
              <p:nvPr/>
            </p:nvCxnSpPr>
            <p:spPr>
              <a:xfrm rot="-2580000" flipH="1">
                <a:off x="6819070" y="123586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68" name="Google Shape;1268;p26"/>
              <p:cNvCxnSpPr/>
              <p:nvPr/>
            </p:nvCxnSpPr>
            <p:spPr>
              <a:xfrm rot="-2700000" flipH="1">
                <a:off x="6721359" y="133274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69" name="Google Shape;1269;p26"/>
              <p:cNvCxnSpPr/>
              <p:nvPr/>
            </p:nvCxnSpPr>
            <p:spPr>
              <a:xfrm rot="-2880000" flipH="1">
                <a:off x="6617467" y="1429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0" name="Google Shape;1270;p26"/>
              <p:cNvCxnSpPr/>
              <p:nvPr/>
            </p:nvCxnSpPr>
            <p:spPr>
              <a:xfrm rot="-3000000" flipH="1">
                <a:off x="6520032" y="15272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1" name="Google Shape;1271;p26"/>
              <p:cNvCxnSpPr/>
              <p:nvPr/>
            </p:nvCxnSpPr>
            <p:spPr>
              <a:xfrm rot="-3120000" flipH="1">
                <a:off x="6429579" y="16416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2" name="Google Shape;1272;p26"/>
              <p:cNvCxnSpPr/>
              <p:nvPr/>
            </p:nvCxnSpPr>
            <p:spPr>
              <a:xfrm rot="-3240000" flipH="1">
                <a:off x="6340532" y="1750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3" name="Google Shape;1273;p26"/>
              <p:cNvCxnSpPr/>
              <p:nvPr/>
            </p:nvCxnSpPr>
            <p:spPr>
              <a:xfrm rot="-3420000" flipH="1">
                <a:off x="6261757" y="18601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4" name="Google Shape;1274;p26"/>
              <p:cNvCxnSpPr/>
              <p:nvPr/>
            </p:nvCxnSpPr>
            <p:spPr>
              <a:xfrm rot="-3540000" flipH="1">
                <a:off x="6184144" y="19796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5" name="Google Shape;1275;p26"/>
              <p:cNvCxnSpPr/>
              <p:nvPr/>
            </p:nvCxnSpPr>
            <p:spPr>
              <a:xfrm rot="-3660000" flipH="1">
                <a:off x="6106531" y="20990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6" name="Google Shape;1276;p26"/>
              <p:cNvCxnSpPr/>
              <p:nvPr/>
            </p:nvCxnSpPr>
            <p:spPr>
              <a:xfrm rot="-3780000" flipH="1">
                <a:off x="6043206" y="222255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7" name="Google Shape;1277;p26"/>
              <p:cNvCxnSpPr/>
              <p:nvPr/>
            </p:nvCxnSpPr>
            <p:spPr>
              <a:xfrm rot="-3960000" flipH="1">
                <a:off x="5978913" y="234430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8" name="Google Shape;1278;p26"/>
              <p:cNvCxnSpPr/>
              <p:nvPr/>
            </p:nvCxnSpPr>
            <p:spPr>
              <a:xfrm rot="-4080000" flipH="1">
                <a:off x="5912438" y="24706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9" name="Google Shape;1279;p26"/>
              <p:cNvCxnSpPr/>
              <p:nvPr/>
            </p:nvCxnSpPr>
            <p:spPr>
              <a:xfrm rot="-4200000" flipH="1">
                <a:off x="5858875" y="260092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0" name="Google Shape;1280;p26"/>
              <p:cNvCxnSpPr/>
              <p:nvPr/>
            </p:nvCxnSpPr>
            <p:spPr>
              <a:xfrm rot="-4320000" flipH="1">
                <a:off x="5808182" y="273404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1" name="Google Shape;1281;p26"/>
              <p:cNvCxnSpPr/>
              <p:nvPr/>
            </p:nvCxnSpPr>
            <p:spPr>
              <a:xfrm rot="-4500000" flipH="1">
                <a:off x="5773263" y="28668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2" name="Google Shape;1282;p26"/>
              <p:cNvCxnSpPr/>
              <p:nvPr/>
            </p:nvCxnSpPr>
            <p:spPr>
              <a:xfrm rot="-4620000" flipH="1">
                <a:off x="5735963" y="300206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3" name="Google Shape;1283;p26"/>
              <p:cNvCxnSpPr/>
              <p:nvPr/>
            </p:nvCxnSpPr>
            <p:spPr>
              <a:xfrm rot="-4740000" flipH="1">
                <a:off x="5700105" y="31389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4" name="Google Shape;1284;p26"/>
              <p:cNvCxnSpPr/>
              <p:nvPr/>
            </p:nvCxnSpPr>
            <p:spPr>
              <a:xfrm rot="-4860000" flipH="1">
                <a:off x="5665939" y="327548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5" name="Google Shape;1285;p26"/>
              <p:cNvCxnSpPr/>
              <p:nvPr/>
            </p:nvCxnSpPr>
            <p:spPr>
              <a:xfrm rot="-5040000" flipH="1">
                <a:off x="5644476" y="341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6" name="Google Shape;1286;p26"/>
              <p:cNvCxnSpPr/>
              <p:nvPr/>
            </p:nvCxnSpPr>
            <p:spPr>
              <a:xfrm rot="-5160000" flipH="1">
                <a:off x="5626530" y="3554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7" name="Google Shape;1287;p26"/>
              <p:cNvCxnSpPr/>
              <p:nvPr/>
            </p:nvCxnSpPr>
            <p:spPr>
              <a:xfrm rot="-5280000" flipH="1">
                <a:off x="5616429" y="36918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8" name="Google Shape;1288;p26"/>
              <p:cNvCxnSpPr/>
              <p:nvPr/>
            </p:nvCxnSpPr>
            <p:spPr>
              <a:xfrm rot="-5400000" flipH="1">
                <a:off x="5611319" y="38353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9" name="Google Shape;1289;p26"/>
              <p:cNvCxnSpPr/>
              <p:nvPr/>
            </p:nvCxnSpPr>
            <p:spPr>
              <a:xfrm rot="-5580000" flipH="1">
                <a:off x="5608540" y="397572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90" name="Google Shape;1290;p26"/>
              <p:cNvCxnSpPr/>
              <p:nvPr/>
            </p:nvCxnSpPr>
            <p:spPr>
              <a:xfrm rot="-5700000" flipH="1">
                <a:off x="5605761" y="41160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91" name="Google Shape;1291;p26"/>
              <p:cNvCxnSpPr/>
              <p:nvPr/>
            </p:nvCxnSpPr>
            <p:spPr>
              <a:xfrm rot="-5820000" flipH="1">
                <a:off x="5624195" y="425421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92" name="Google Shape;1292;p26"/>
              <p:cNvCxnSpPr/>
              <p:nvPr/>
            </p:nvCxnSpPr>
            <p:spPr>
              <a:xfrm rot="-5940000" flipH="1">
                <a:off x="5642629" y="43923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93" name="Google Shape;1293;p26"/>
              <p:cNvCxnSpPr/>
              <p:nvPr/>
            </p:nvCxnSpPr>
            <p:spPr>
              <a:xfrm rot="-6120000" flipH="1">
                <a:off x="5654818" y="45363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94" name="Google Shape;1294;p26"/>
              <p:cNvCxnSpPr/>
              <p:nvPr/>
            </p:nvCxnSpPr>
            <p:spPr>
              <a:xfrm rot="-6240000" flipH="1">
                <a:off x="5684446" y="467136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95" name="Google Shape;1295;p26"/>
              <p:cNvCxnSpPr/>
              <p:nvPr/>
            </p:nvCxnSpPr>
            <p:spPr>
              <a:xfrm rot="-6360000" flipH="1">
                <a:off x="5714074" y="48087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96" name="Google Shape;1296;p26"/>
              <p:cNvCxnSpPr/>
              <p:nvPr/>
            </p:nvCxnSpPr>
            <p:spPr>
              <a:xfrm rot="-6480000" flipH="1">
                <a:off x="5748464" y="49484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97" name="Google Shape;1297;p26"/>
              <p:cNvCxnSpPr/>
              <p:nvPr/>
            </p:nvCxnSpPr>
            <p:spPr>
              <a:xfrm rot="-6660000" flipH="1">
                <a:off x="5792091" y="507760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98" name="Google Shape;1298;p26"/>
              <p:cNvCxnSpPr/>
              <p:nvPr/>
            </p:nvCxnSpPr>
            <p:spPr>
              <a:xfrm rot="-6780000" flipH="1">
                <a:off x="5847441" y="52112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99" name="Google Shape;1299;p26"/>
              <p:cNvCxnSpPr/>
              <p:nvPr/>
            </p:nvCxnSpPr>
            <p:spPr>
              <a:xfrm rot="-6900000" flipH="1">
                <a:off x="5900410" y="53424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00" name="Google Shape;1300;p26"/>
              <p:cNvCxnSpPr/>
              <p:nvPr/>
            </p:nvCxnSpPr>
            <p:spPr>
              <a:xfrm rot="-7020000" flipH="1">
                <a:off x="5955760" y="547369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301" name="Google Shape;1301;p26"/>
          <p:cNvGrpSpPr/>
          <p:nvPr/>
        </p:nvGrpSpPr>
        <p:grpSpPr>
          <a:xfrm rot="-6207392">
            <a:off x="7397406" y="-618856"/>
            <a:ext cx="4915057" cy="4271437"/>
            <a:chOff x="5281603" y="104899"/>
            <a:chExt cx="6910397" cy="6005491"/>
          </a:xfrm>
        </p:grpSpPr>
        <p:sp>
          <p:nvSpPr>
            <p:cNvPr id="1302" name="Google Shape;1302;p26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03" name="Google Shape;1303;p26"/>
            <p:cNvGrpSpPr/>
            <p:nvPr/>
          </p:nvGrpSpPr>
          <p:grpSpPr>
            <a:xfrm>
              <a:off x="5516218" y="331504"/>
              <a:ext cx="6675782" cy="5276654"/>
              <a:chOff x="5516218" y="331504"/>
              <a:chExt cx="6675782" cy="5276654"/>
            </a:xfrm>
          </p:grpSpPr>
          <p:cxnSp>
            <p:nvCxnSpPr>
              <p:cNvPr id="1304" name="Google Shape;1304;p26"/>
              <p:cNvCxnSpPr/>
              <p:nvPr/>
            </p:nvCxnSpPr>
            <p:spPr>
              <a:xfrm flipH="1">
                <a:off x="9266830" y="3315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05" name="Google Shape;1305;p26"/>
              <p:cNvCxnSpPr/>
              <p:nvPr/>
            </p:nvCxnSpPr>
            <p:spPr>
              <a:xfrm rot="120000" flipH="1">
                <a:off x="9408861" y="3383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06" name="Google Shape;1306;p26"/>
              <p:cNvCxnSpPr/>
              <p:nvPr/>
            </p:nvCxnSpPr>
            <p:spPr>
              <a:xfrm rot="240000" flipH="1">
                <a:off x="9551700" y="34763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07" name="Google Shape;1307;p26"/>
              <p:cNvCxnSpPr/>
              <p:nvPr/>
            </p:nvCxnSpPr>
            <p:spPr>
              <a:xfrm rot="360000" flipH="1">
                <a:off x="9688748" y="36808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08" name="Google Shape;1308;p26"/>
              <p:cNvCxnSpPr/>
              <p:nvPr/>
            </p:nvCxnSpPr>
            <p:spPr>
              <a:xfrm rot="540000" flipH="1">
                <a:off x="9824866" y="38922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09" name="Google Shape;1309;p26"/>
              <p:cNvCxnSpPr/>
              <p:nvPr/>
            </p:nvCxnSpPr>
            <p:spPr>
              <a:xfrm rot="660000" flipH="1">
                <a:off x="9966867" y="41754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10" name="Google Shape;1310;p26"/>
              <p:cNvCxnSpPr/>
              <p:nvPr/>
            </p:nvCxnSpPr>
            <p:spPr>
              <a:xfrm rot="780000" flipH="1">
                <a:off x="10104425" y="4458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11" name="Google Shape;1311;p26"/>
              <p:cNvCxnSpPr/>
              <p:nvPr/>
            </p:nvCxnSpPr>
            <p:spPr>
              <a:xfrm rot="900000" flipH="1">
                <a:off x="10240513" y="47948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12" name="Google Shape;1312;p26"/>
              <p:cNvCxnSpPr/>
              <p:nvPr/>
            </p:nvCxnSpPr>
            <p:spPr>
              <a:xfrm rot="1080000" flipH="1">
                <a:off x="10373882" y="52435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13" name="Google Shape;1313;p26"/>
              <p:cNvCxnSpPr/>
              <p:nvPr/>
            </p:nvCxnSpPr>
            <p:spPr>
              <a:xfrm rot="1200000" flipH="1">
                <a:off x="10505632" y="570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14" name="Google Shape;1314;p26"/>
              <p:cNvCxnSpPr/>
              <p:nvPr/>
            </p:nvCxnSpPr>
            <p:spPr>
              <a:xfrm rot="1320000" flipH="1">
                <a:off x="10637382" y="62134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15" name="Google Shape;1315;p26"/>
              <p:cNvCxnSpPr/>
              <p:nvPr/>
            </p:nvCxnSpPr>
            <p:spPr>
              <a:xfrm rot="1440000" flipH="1">
                <a:off x="10760965" y="69043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16" name="Google Shape;1316;p26"/>
              <p:cNvCxnSpPr/>
              <p:nvPr/>
            </p:nvCxnSpPr>
            <p:spPr>
              <a:xfrm rot="1620000" flipH="1">
                <a:off x="10888991" y="755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17" name="Google Shape;1317;p26"/>
              <p:cNvCxnSpPr/>
              <p:nvPr/>
            </p:nvCxnSpPr>
            <p:spPr>
              <a:xfrm rot="1740000" flipH="1">
                <a:off x="11010193" y="81974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18" name="Google Shape;1318;p26"/>
              <p:cNvCxnSpPr/>
              <p:nvPr/>
            </p:nvCxnSpPr>
            <p:spPr>
              <a:xfrm rot="1860000" flipH="1">
                <a:off x="11129014" y="89566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19" name="Google Shape;1319;p26"/>
              <p:cNvCxnSpPr/>
              <p:nvPr/>
            </p:nvCxnSpPr>
            <p:spPr>
              <a:xfrm rot="1980000" flipH="1">
                <a:off x="11249872" y="968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0" name="Google Shape;1320;p26"/>
              <p:cNvCxnSpPr/>
              <p:nvPr/>
            </p:nvCxnSpPr>
            <p:spPr>
              <a:xfrm rot="2160000" flipH="1">
                <a:off x="11366875" y="10480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1" name="Google Shape;1321;p26"/>
              <p:cNvCxnSpPr/>
              <p:nvPr/>
            </p:nvCxnSpPr>
            <p:spPr>
              <a:xfrm rot="2280000" flipH="1">
                <a:off x="11474058" y="11315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2" name="Google Shape;1322;p26"/>
              <p:cNvCxnSpPr/>
              <p:nvPr/>
            </p:nvCxnSpPr>
            <p:spPr>
              <a:xfrm rot="2400000" flipH="1">
                <a:off x="11583303" y="122179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3" name="Google Shape;1323;p26"/>
              <p:cNvCxnSpPr/>
              <p:nvPr/>
            </p:nvCxnSpPr>
            <p:spPr>
              <a:xfrm rot="2520000" flipH="1">
                <a:off x="11685344" y="132177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4" name="Google Shape;1324;p26"/>
              <p:cNvCxnSpPr/>
              <p:nvPr/>
            </p:nvCxnSpPr>
            <p:spPr>
              <a:xfrm rot="2700000" flipH="1">
                <a:off x="11787704" y="14176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5" name="Google Shape;1325;p26"/>
              <p:cNvCxnSpPr/>
              <p:nvPr/>
            </p:nvCxnSpPr>
            <p:spPr>
              <a:xfrm rot="2820000" flipH="1">
                <a:off x="11880859" y="15179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6" name="Google Shape;1326;p26"/>
              <p:cNvCxnSpPr/>
              <p:nvPr/>
            </p:nvCxnSpPr>
            <p:spPr>
              <a:xfrm rot="2940000" flipH="1">
                <a:off x="11969252" y="162743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7" name="Google Shape;1327;p26"/>
              <p:cNvCxnSpPr/>
              <p:nvPr/>
            </p:nvCxnSpPr>
            <p:spPr>
              <a:xfrm rot="3060000" flipH="1">
                <a:off x="12062016" y="173601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8" name="Google Shape;1328;p26"/>
              <p:cNvCxnSpPr/>
              <p:nvPr/>
            </p:nvCxnSpPr>
            <p:spPr>
              <a:xfrm flipH="1">
                <a:off x="12074680" y="1910249"/>
                <a:ext cx="117320" cy="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9" name="Google Shape;1329;p26"/>
              <p:cNvCxnSpPr/>
              <p:nvPr/>
            </p:nvCxnSpPr>
            <p:spPr>
              <a:xfrm flipH="1">
                <a:off x="12149943" y="2083594"/>
                <a:ext cx="39676" cy="2143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0" name="Google Shape;1330;p26"/>
              <p:cNvCxnSpPr/>
              <p:nvPr/>
            </p:nvCxnSpPr>
            <p:spPr>
              <a:xfrm rot="-180000" flipH="1">
                <a:off x="9127990" y="33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1" name="Google Shape;1331;p26"/>
              <p:cNvCxnSpPr/>
              <p:nvPr/>
            </p:nvCxnSpPr>
            <p:spPr>
              <a:xfrm rot="-300000" flipH="1">
                <a:off x="8987576" y="33663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2" name="Google Shape;1332;p26"/>
              <p:cNvCxnSpPr/>
              <p:nvPr/>
            </p:nvCxnSpPr>
            <p:spPr>
              <a:xfrm rot="-420000" flipH="1">
                <a:off x="8844859" y="35117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3" name="Google Shape;1333;p26"/>
              <p:cNvCxnSpPr/>
              <p:nvPr/>
            </p:nvCxnSpPr>
            <p:spPr>
              <a:xfrm rot="-540000" flipH="1">
                <a:off x="8706904" y="3657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4" name="Google Shape;1334;p26"/>
              <p:cNvCxnSpPr/>
              <p:nvPr/>
            </p:nvCxnSpPr>
            <p:spPr>
              <a:xfrm rot="-720000" flipH="1">
                <a:off x="8568008" y="3878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5" name="Google Shape;1335;p26"/>
              <p:cNvCxnSpPr/>
              <p:nvPr/>
            </p:nvCxnSpPr>
            <p:spPr>
              <a:xfrm rot="-840000" flipH="1">
                <a:off x="8429112" y="4100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6" name="Google Shape;1336;p26"/>
              <p:cNvCxnSpPr/>
              <p:nvPr/>
            </p:nvCxnSpPr>
            <p:spPr>
              <a:xfrm rot="-960000" flipH="1">
                <a:off x="8294968" y="4462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7" name="Google Shape;1337;p26"/>
              <p:cNvCxnSpPr/>
              <p:nvPr/>
            </p:nvCxnSpPr>
            <p:spPr>
              <a:xfrm rot="-1080000" flipH="1">
                <a:off x="8160824" y="48237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8" name="Google Shape;1338;p26"/>
              <p:cNvCxnSpPr/>
              <p:nvPr/>
            </p:nvCxnSpPr>
            <p:spPr>
              <a:xfrm rot="-1260000" flipH="1">
                <a:off x="8027689" y="53184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9" name="Google Shape;1339;p26"/>
              <p:cNvCxnSpPr/>
              <p:nvPr/>
            </p:nvCxnSpPr>
            <p:spPr>
              <a:xfrm rot="-1380000" flipH="1">
                <a:off x="7894554" y="58132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0" name="Google Shape;1340;p26"/>
              <p:cNvCxnSpPr/>
              <p:nvPr/>
            </p:nvCxnSpPr>
            <p:spPr>
              <a:xfrm rot="-1500000" flipH="1">
                <a:off x="7761419" y="63079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1" name="Google Shape;1341;p26"/>
              <p:cNvCxnSpPr/>
              <p:nvPr/>
            </p:nvCxnSpPr>
            <p:spPr>
              <a:xfrm rot="-1620000" flipH="1">
                <a:off x="7636645" y="6898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2" name="Google Shape;1342;p26"/>
              <p:cNvCxnSpPr/>
              <p:nvPr/>
            </p:nvCxnSpPr>
            <p:spPr>
              <a:xfrm rot="-1800000" flipH="1">
                <a:off x="7511871" y="75119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3" name="Google Shape;1343;p26"/>
              <p:cNvCxnSpPr/>
              <p:nvPr/>
            </p:nvCxnSpPr>
            <p:spPr>
              <a:xfrm rot="-1920000" flipH="1">
                <a:off x="7387899" y="81977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4" name="Google Shape;1344;p26"/>
              <p:cNvCxnSpPr/>
              <p:nvPr/>
            </p:nvCxnSpPr>
            <p:spPr>
              <a:xfrm rot="-2040000" flipH="1">
                <a:off x="7268530" y="8931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5" name="Google Shape;1345;p26"/>
              <p:cNvCxnSpPr/>
              <p:nvPr/>
            </p:nvCxnSpPr>
            <p:spPr>
              <a:xfrm rot="-2160000" flipH="1">
                <a:off x="7152030" y="9765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6" name="Google Shape;1346;p26"/>
              <p:cNvCxnSpPr/>
              <p:nvPr/>
            </p:nvCxnSpPr>
            <p:spPr>
              <a:xfrm rot="-2340000" flipH="1">
                <a:off x="7041695" y="10600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7" name="Google Shape;1347;p26"/>
              <p:cNvCxnSpPr/>
              <p:nvPr/>
            </p:nvCxnSpPr>
            <p:spPr>
              <a:xfrm rot="-2460000" flipH="1">
                <a:off x="6931360" y="114346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8" name="Google Shape;1348;p26"/>
              <p:cNvCxnSpPr/>
              <p:nvPr/>
            </p:nvCxnSpPr>
            <p:spPr>
              <a:xfrm rot="-2580000" flipH="1">
                <a:off x="6819070" y="123586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9" name="Google Shape;1349;p26"/>
              <p:cNvCxnSpPr/>
              <p:nvPr/>
            </p:nvCxnSpPr>
            <p:spPr>
              <a:xfrm rot="-2700000" flipH="1">
                <a:off x="6721359" y="133274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50" name="Google Shape;1350;p26"/>
              <p:cNvCxnSpPr/>
              <p:nvPr/>
            </p:nvCxnSpPr>
            <p:spPr>
              <a:xfrm rot="-2880000" flipH="1">
                <a:off x="6617467" y="1429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51" name="Google Shape;1351;p26"/>
              <p:cNvCxnSpPr/>
              <p:nvPr/>
            </p:nvCxnSpPr>
            <p:spPr>
              <a:xfrm rot="-3000000" flipH="1">
                <a:off x="6520032" y="15272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52" name="Google Shape;1352;p26"/>
              <p:cNvCxnSpPr/>
              <p:nvPr/>
            </p:nvCxnSpPr>
            <p:spPr>
              <a:xfrm rot="-3120000" flipH="1">
                <a:off x="6429579" y="16416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53" name="Google Shape;1353;p26"/>
              <p:cNvCxnSpPr/>
              <p:nvPr/>
            </p:nvCxnSpPr>
            <p:spPr>
              <a:xfrm rot="-3240000" flipH="1">
                <a:off x="6340532" y="1750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54" name="Google Shape;1354;p26"/>
              <p:cNvCxnSpPr/>
              <p:nvPr/>
            </p:nvCxnSpPr>
            <p:spPr>
              <a:xfrm rot="-3420000" flipH="1">
                <a:off x="6261757" y="18601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55" name="Google Shape;1355;p26"/>
              <p:cNvCxnSpPr/>
              <p:nvPr/>
            </p:nvCxnSpPr>
            <p:spPr>
              <a:xfrm rot="-3540000" flipH="1">
                <a:off x="6184144" y="19796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56" name="Google Shape;1356;p26"/>
              <p:cNvCxnSpPr/>
              <p:nvPr/>
            </p:nvCxnSpPr>
            <p:spPr>
              <a:xfrm rot="-3660000" flipH="1">
                <a:off x="6106531" y="20990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57" name="Google Shape;1357;p26"/>
              <p:cNvCxnSpPr/>
              <p:nvPr/>
            </p:nvCxnSpPr>
            <p:spPr>
              <a:xfrm rot="-3780000" flipH="1">
                <a:off x="6043206" y="222255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58" name="Google Shape;1358;p26"/>
              <p:cNvCxnSpPr/>
              <p:nvPr/>
            </p:nvCxnSpPr>
            <p:spPr>
              <a:xfrm rot="-3960000" flipH="1">
                <a:off x="5978913" y="234430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59" name="Google Shape;1359;p26"/>
              <p:cNvCxnSpPr/>
              <p:nvPr/>
            </p:nvCxnSpPr>
            <p:spPr>
              <a:xfrm rot="-4080000" flipH="1">
                <a:off x="5912438" y="24706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60" name="Google Shape;1360;p26"/>
              <p:cNvCxnSpPr/>
              <p:nvPr/>
            </p:nvCxnSpPr>
            <p:spPr>
              <a:xfrm rot="-4200000" flipH="1">
                <a:off x="5858875" y="260092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61" name="Google Shape;1361;p26"/>
              <p:cNvCxnSpPr/>
              <p:nvPr/>
            </p:nvCxnSpPr>
            <p:spPr>
              <a:xfrm rot="-4320000" flipH="1">
                <a:off x="5808182" y="273404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62" name="Google Shape;1362;p26"/>
              <p:cNvCxnSpPr/>
              <p:nvPr/>
            </p:nvCxnSpPr>
            <p:spPr>
              <a:xfrm rot="-4500000" flipH="1">
                <a:off x="5773263" y="28668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63" name="Google Shape;1363;p26"/>
              <p:cNvCxnSpPr/>
              <p:nvPr/>
            </p:nvCxnSpPr>
            <p:spPr>
              <a:xfrm rot="-4620000" flipH="1">
                <a:off x="5735963" y="300206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64" name="Google Shape;1364;p26"/>
              <p:cNvCxnSpPr/>
              <p:nvPr/>
            </p:nvCxnSpPr>
            <p:spPr>
              <a:xfrm rot="-4740000" flipH="1">
                <a:off x="5700105" y="31389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65" name="Google Shape;1365;p26"/>
              <p:cNvCxnSpPr/>
              <p:nvPr/>
            </p:nvCxnSpPr>
            <p:spPr>
              <a:xfrm rot="-4860000" flipH="1">
                <a:off x="5665939" y="327548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66" name="Google Shape;1366;p26"/>
              <p:cNvCxnSpPr/>
              <p:nvPr/>
            </p:nvCxnSpPr>
            <p:spPr>
              <a:xfrm rot="-5040000" flipH="1">
                <a:off x="5644476" y="341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67" name="Google Shape;1367;p26"/>
              <p:cNvCxnSpPr/>
              <p:nvPr/>
            </p:nvCxnSpPr>
            <p:spPr>
              <a:xfrm rot="-5160000" flipH="1">
                <a:off x="5626530" y="3554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68" name="Google Shape;1368;p26"/>
              <p:cNvCxnSpPr/>
              <p:nvPr/>
            </p:nvCxnSpPr>
            <p:spPr>
              <a:xfrm rot="-5280000" flipH="1">
                <a:off x="5616429" y="36918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69" name="Google Shape;1369;p26"/>
              <p:cNvCxnSpPr/>
              <p:nvPr/>
            </p:nvCxnSpPr>
            <p:spPr>
              <a:xfrm rot="-5400000" flipH="1">
                <a:off x="5611319" y="38353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0" name="Google Shape;1370;p26"/>
              <p:cNvCxnSpPr/>
              <p:nvPr/>
            </p:nvCxnSpPr>
            <p:spPr>
              <a:xfrm rot="-5580000" flipH="1">
                <a:off x="5608540" y="397572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1" name="Google Shape;1371;p26"/>
              <p:cNvCxnSpPr/>
              <p:nvPr/>
            </p:nvCxnSpPr>
            <p:spPr>
              <a:xfrm rot="-5700000" flipH="1">
                <a:off x="5605761" y="41160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2" name="Google Shape;1372;p26"/>
              <p:cNvCxnSpPr/>
              <p:nvPr/>
            </p:nvCxnSpPr>
            <p:spPr>
              <a:xfrm rot="-5820000" flipH="1">
                <a:off x="5624195" y="425421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3" name="Google Shape;1373;p26"/>
              <p:cNvCxnSpPr/>
              <p:nvPr/>
            </p:nvCxnSpPr>
            <p:spPr>
              <a:xfrm rot="-5940000" flipH="1">
                <a:off x="5642629" y="43923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4" name="Google Shape;1374;p26"/>
              <p:cNvCxnSpPr/>
              <p:nvPr/>
            </p:nvCxnSpPr>
            <p:spPr>
              <a:xfrm rot="-6120000" flipH="1">
                <a:off x="5654818" y="45363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5" name="Google Shape;1375;p26"/>
              <p:cNvCxnSpPr/>
              <p:nvPr/>
            </p:nvCxnSpPr>
            <p:spPr>
              <a:xfrm rot="-6240000" flipH="1">
                <a:off x="5684446" y="467136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6" name="Google Shape;1376;p26"/>
              <p:cNvCxnSpPr/>
              <p:nvPr/>
            </p:nvCxnSpPr>
            <p:spPr>
              <a:xfrm rot="-6360000" flipH="1">
                <a:off x="5714074" y="48087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7" name="Google Shape;1377;p26"/>
              <p:cNvCxnSpPr/>
              <p:nvPr/>
            </p:nvCxnSpPr>
            <p:spPr>
              <a:xfrm rot="-6480000" flipH="1">
                <a:off x="5748464" y="49484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8" name="Google Shape;1378;p26"/>
              <p:cNvCxnSpPr/>
              <p:nvPr/>
            </p:nvCxnSpPr>
            <p:spPr>
              <a:xfrm rot="-6660000" flipH="1">
                <a:off x="5792091" y="507760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9" name="Google Shape;1379;p26"/>
              <p:cNvCxnSpPr/>
              <p:nvPr/>
            </p:nvCxnSpPr>
            <p:spPr>
              <a:xfrm rot="-6780000" flipH="1">
                <a:off x="5847441" y="52112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80" name="Google Shape;1380;p26"/>
              <p:cNvCxnSpPr/>
              <p:nvPr/>
            </p:nvCxnSpPr>
            <p:spPr>
              <a:xfrm rot="-6900000" flipH="1">
                <a:off x="5900410" y="53424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81" name="Google Shape;1381;p26"/>
              <p:cNvCxnSpPr/>
              <p:nvPr/>
            </p:nvCxnSpPr>
            <p:spPr>
              <a:xfrm rot="-7020000" flipH="1">
                <a:off x="5955760" y="547369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1383" name="Google Shape;1383;p26"/>
          <p:cNvPicPr preferRelativeResize="0"/>
          <p:nvPr/>
        </p:nvPicPr>
        <p:blipFill rotWithShape="1">
          <a:blip r:embed="rId4">
            <a:alphaModFix/>
          </a:blip>
          <a:srcRect b="1690"/>
          <a:stretch/>
        </p:blipFill>
        <p:spPr>
          <a:xfrm>
            <a:off x="4918086" y="1683015"/>
            <a:ext cx="7052850" cy="285928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A3EBA4E-F22C-49E4-B1BB-759A1E5C1711}"/>
              </a:ext>
            </a:extLst>
          </p:cNvPr>
          <p:cNvSpPr/>
          <p:nvPr/>
        </p:nvSpPr>
        <p:spPr>
          <a:xfrm>
            <a:off x="4942570" y="2059441"/>
            <a:ext cx="1318685" cy="239104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BECC49-F094-4679-A69A-191B9D65C783}"/>
              </a:ext>
            </a:extLst>
          </p:cNvPr>
          <p:cNvSpPr/>
          <p:nvPr/>
        </p:nvSpPr>
        <p:spPr>
          <a:xfrm>
            <a:off x="351387" y="827557"/>
            <a:ext cx="1146415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optimizer provides an </a:t>
            </a:r>
            <a:r>
              <a:rPr lang="en-US" sz="22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Intermediate Representation (IR)</a:t>
            </a:r>
            <a:r>
              <a:rPr lang="en-US" sz="2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the network which can be read, loaded and inferred with the inference engine.</a:t>
            </a:r>
          </a:p>
        </p:txBody>
      </p:sp>
      <p:sp>
        <p:nvSpPr>
          <p:cNvPr id="173" name="Google Shape;1552;p27">
            <a:extLst>
              <a:ext uri="{FF2B5EF4-FFF2-40B4-BE49-F238E27FC236}">
                <a16:creationId xmlns:a16="http://schemas.microsoft.com/office/drawing/2014/main" id="{BB7034BF-CE9D-4D50-A00F-77FE764FFC3C}"/>
              </a:ext>
            </a:extLst>
          </p:cNvPr>
          <p:cNvSpPr txBox="1">
            <a:spLocks/>
          </p:cNvSpPr>
          <p:nvPr/>
        </p:nvSpPr>
        <p:spPr>
          <a:xfrm>
            <a:off x="351387" y="4724247"/>
            <a:ext cx="11639787" cy="1943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15000"/>
              </a:lnSpc>
              <a:buFont typeface="Arial"/>
              <a:buNone/>
            </a:pPr>
            <a:r>
              <a:rPr lang="en-US" sz="2400" b="1" dirty="0">
                <a:solidFill>
                  <a:srgbClr val="FFFF00"/>
                </a:solidFill>
              </a:rPr>
              <a:t>Workflow</a:t>
            </a:r>
            <a:r>
              <a:rPr lang="en-US" sz="2400" dirty="0"/>
              <a:t> </a:t>
            </a:r>
            <a:r>
              <a:rPr lang="en-US" sz="2200" dirty="0"/>
              <a:t>to convert the keras model to OPENVINO model and make a prediction:</a:t>
            </a:r>
          </a:p>
          <a:p>
            <a:pPr marL="533400" indent="-457200">
              <a:lnSpc>
                <a:spcPct val="115000"/>
              </a:lnSpc>
              <a:buSzPct val="100000"/>
              <a:buFont typeface="+mj-lt"/>
              <a:buAutoNum type="arabicPeriod"/>
            </a:pPr>
            <a:r>
              <a:rPr lang="en-US" sz="2200" dirty="0"/>
              <a:t>Save the </a:t>
            </a:r>
            <a:r>
              <a:rPr lang="en-US" sz="2200" b="1" dirty="0">
                <a:solidFill>
                  <a:srgbClr val="FFFF00"/>
                </a:solidFill>
              </a:rPr>
              <a:t>Keras model </a:t>
            </a:r>
            <a:r>
              <a:rPr lang="en-US" sz="2200" dirty="0"/>
              <a:t>as a single </a:t>
            </a:r>
            <a:r>
              <a:rPr lang="en-US" sz="2200" b="1" dirty="0">
                <a:solidFill>
                  <a:srgbClr val="FFFF00"/>
                </a:solidFill>
              </a:rPr>
              <a:t>.h5 </a:t>
            </a:r>
            <a:r>
              <a:rPr lang="en-US" sz="2200" dirty="0"/>
              <a:t>file</a:t>
            </a:r>
          </a:p>
          <a:p>
            <a:pPr marL="533400" indent="-457200">
              <a:lnSpc>
                <a:spcPct val="115000"/>
              </a:lnSpc>
              <a:buSzPct val="100000"/>
              <a:buFont typeface="+mj-lt"/>
              <a:buAutoNum type="arabicPeriod"/>
            </a:pPr>
            <a:r>
              <a:rPr lang="en-US" sz="2200" dirty="0"/>
              <a:t>Load the .h5 file and </a:t>
            </a:r>
            <a:r>
              <a:rPr lang="en-US" sz="2200" b="1" dirty="0">
                <a:solidFill>
                  <a:srgbClr val="FFFF00"/>
                </a:solidFill>
              </a:rPr>
              <a:t>freeze the graph </a:t>
            </a:r>
            <a:r>
              <a:rPr lang="en-US" sz="2200" dirty="0"/>
              <a:t>to a single Tensorflow </a:t>
            </a:r>
            <a:r>
              <a:rPr lang="en-US" sz="2200" b="1" dirty="0">
                <a:solidFill>
                  <a:srgbClr val="FFFF00"/>
                </a:solidFill>
              </a:rPr>
              <a:t>.pb </a:t>
            </a:r>
            <a:r>
              <a:rPr lang="en-US" sz="2200" dirty="0"/>
              <a:t>file </a:t>
            </a:r>
          </a:p>
          <a:p>
            <a:pPr marL="533400" indent="-457200">
              <a:lnSpc>
                <a:spcPct val="115000"/>
              </a:lnSpc>
              <a:buSzPct val="100000"/>
              <a:buFont typeface="+mj-lt"/>
              <a:buAutoNum type="arabicPeriod"/>
            </a:pPr>
            <a:r>
              <a:rPr lang="en-US" sz="2200" dirty="0"/>
              <a:t>Run the OPENVINO </a:t>
            </a:r>
            <a:r>
              <a:rPr lang="en-US" sz="2200" b="1" dirty="0">
                <a:solidFill>
                  <a:srgbClr val="FFFF00"/>
                </a:solidFill>
              </a:rPr>
              <a:t>mo_tf.py </a:t>
            </a:r>
            <a:r>
              <a:rPr lang="en-US" sz="2200" dirty="0"/>
              <a:t>script to </a:t>
            </a:r>
            <a:r>
              <a:rPr lang="en-US" sz="2200" b="1" dirty="0">
                <a:solidFill>
                  <a:srgbClr val="FFFF00"/>
                </a:solidFill>
              </a:rPr>
              <a:t>convert</a:t>
            </a:r>
            <a:r>
              <a:rPr lang="en-US" sz="2200" dirty="0"/>
              <a:t> the .pb file to IR model </a:t>
            </a:r>
            <a:r>
              <a:rPr lang="en-US" sz="2200" b="1" dirty="0">
                <a:solidFill>
                  <a:srgbClr val="FFFF00"/>
                </a:solidFill>
              </a:rPr>
              <a:t>(xml and bin)</a:t>
            </a:r>
          </a:p>
          <a:p>
            <a:pPr marL="533400" indent="-457200">
              <a:lnSpc>
                <a:spcPct val="115000"/>
              </a:lnSpc>
              <a:buSzPct val="100000"/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</a:rPr>
              <a:t>Load</a:t>
            </a:r>
            <a:r>
              <a:rPr lang="en-US" sz="2200" dirty="0"/>
              <a:t> the model xml and bin file with </a:t>
            </a:r>
            <a:r>
              <a:rPr lang="en-US" sz="2200" b="1" dirty="0">
                <a:solidFill>
                  <a:srgbClr val="FFFF00"/>
                </a:solidFill>
              </a:rPr>
              <a:t>OPENVINO inference engine</a:t>
            </a:r>
            <a:r>
              <a:rPr lang="en-US" sz="2200" dirty="0"/>
              <a:t> and make a </a:t>
            </a:r>
            <a:r>
              <a:rPr lang="en-US" sz="2200" b="1" dirty="0">
                <a:solidFill>
                  <a:srgbClr val="FFFF00"/>
                </a:solidFill>
              </a:rPr>
              <a:t>prediction.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AC97EC-91C2-4B8B-8277-434849A60065}"/>
              </a:ext>
            </a:extLst>
          </p:cNvPr>
          <p:cNvSpPr/>
          <p:nvPr/>
        </p:nvSpPr>
        <p:spPr>
          <a:xfrm>
            <a:off x="418673" y="1846098"/>
            <a:ext cx="438218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Optimization techniques:</a:t>
            </a:r>
          </a:p>
          <a:p>
            <a:pPr marL="285750" indent="-285750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Quantization</a:t>
            </a: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reduction of precision of weights and biases</a:t>
            </a:r>
          </a:p>
          <a:p>
            <a:pPr marL="285750" indent="-285750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Freezing</a:t>
            </a: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randomly freezing layers from training to fine tune the other layers.</a:t>
            </a:r>
          </a:p>
          <a:p>
            <a:pPr marL="285750" indent="-285750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Fusion 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96296E-6 L 0.12175 2.96296E-6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175 2.96296E-6 L 0.23503 2.96296E-6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6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27"/>
          <p:cNvSpPr txBox="1">
            <a:spLocks noGrp="1"/>
          </p:cNvSpPr>
          <p:nvPr>
            <p:ph type="title"/>
          </p:nvPr>
        </p:nvSpPr>
        <p:spPr>
          <a:xfrm>
            <a:off x="381269" y="-148697"/>
            <a:ext cx="113178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dirty="0"/>
              <a:t>SCRIPT TO RUN THE MODEL WITH INTEL OPENVINO</a:t>
            </a:r>
            <a:endParaRPr dirty="0"/>
          </a:p>
        </p:txBody>
      </p:sp>
      <p:grpSp>
        <p:nvGrpSpPr>
          <p:cNvPr id="1390" name="Google Shape;1390;p27"/>
          <p:cNvGrpSpPr/>
          <p:nvPr/>
        </p:nvGrpSpPr>
        <p:grpSpPr>
          <a:xfrm rot="-332396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1391" name="Google Shape;1391;p27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490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92" name="Google Shape;1392;p27"/>
            <p:cNvGrpSpPr/>
            <p:nvPr/>
          </p:nvGrpSpPr>
          <p:grpSpPr>
            <a:xfrm>
              <a:off x="5516218" y="331504"/>
              <a:ext cx="6675782" cy="5276654"/>
              <a:chOff x="5516218" y="331504"/>
              <a:chExt cx="6675782" cy="5276654"/>
            </a:xfrm>
          </p:grpSpPr>
          <p:cxnSp>
            <p:nvCxnSpPr>
              <p:cNvPr id="1393" name="Google Shape;1393;p27"/>
              <p:cNvCxnSpPr/>
              <p:nvPr/>
            </p:nvCxnSpPr>
            <p:spPr>
              <a:xfrm flipH="1">
                <a:off x="9266830" y="3315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94" name="Google Shape;1394;p27"/>
              <p:cNvCxnSpPr/>
              <p:nvPr/>
            </p:nvCxnSpPr>
            <p:spPr>
              <a:xfrm rot="120000" flipH="1">
                <a:off x="9408861" y="3383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95" name="Google Shape;1395;p27"/>
              <p:cNvCxnSpPr/>
              <p:nvPr/>
            </p:nvCxnSpPr>
            <p:spPr>
              <a:xfrm rot="240000" flipH="1">
                <a:off x="9551700" y="34763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96" name="Google Shape;1396;p27"/>
              <p:cNvCxnSpPr/>
              <p:nvPr/>
            </p:nvCxnSpPr>
            <p:spPr>
              <a:xfrm rot="360000" flipH="1">
                <a:off x="9688748" y="36808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97" name="Google Shape;1397;p27"/>
              <p:cNvCxnSpPr/>
              <p:nvPr/>
            </p:nvCxnSpPr>
            <p:spPr>
              <a:xfrm rot="540000" flipH="1">
                <a:off x="9824866" y="38922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98" name="Google Shape;1398;p27"/>
              <p:cNvCxnSpPr/>
              <p:nvPr/>
            </p:nvCxnSpPr>
            <p:spPr>
              <a:xfrm rot="660000" flipH="1">
                <a:off x="9966867" y="41754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99" name="Google Shape;1399;p27"/>
              <p:cNvCxnSpPr/>
              <p:nvPr/>
            </p:nvCxnSpPr>
            <p:spPr>
              <a:xfrm rot="780000" flipH="1">
                <a:off x="10104425" y="4458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00" name="Google Shape;1400;p27"/>
              <p:cNvCxnSpPr/>
              <p:nvPr/>
            </p:nvCxnSpPr>
            <p:spPr>
              <a:xfrm rot="900000" flipH="1">
                <a:off x="10240513" y="47948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01" name="Google Shape;1401;p27"/>
              <p:cNvCxnSpPr/>
              <p:nvPr/>
            </p:nvCxnSpPr>
            <p:spPr>
              <a:xfrm rot="1080000" flipH="1">
                <a:off x="10373882" y="52435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02" name="Google Shape;1402;p27"/>
              <p:cNvCxnSpPr/>
              <p:nvPr/>
            </p:nvCxnSpPr>
            <p:spPr>
              <a:xfrm rot="1200000" flipH="1">
                <a:off x="10505632" y="570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03" name="Google Shape;1403;p27"/>
              <p:cNvCxnSpPr/>
              <p:nvPr/>
            </p:nvCxnSpPr>
            <p:spPr>
              <a:xfrm rot="1320000" flipH="1">
                <a:off x="10637382" y="62134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04" name="Google Shape;1404;p27"/>
              <p:cNvCxnSpPr/>
              <p:nvPr/>
            </p:nvCxnSpPr>
            <p:spPr>
              <a:xfrm rot="1440000" flipH="1">
                <a:off x="10760965" y="69043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05" name="Google Shape;1405;p27"/>
              <p:cNvCxnSpPr/>
              <p:nvPr/>
            </p:nvCxnSpPr>
            <p:spPr>
              <a:xfrm rot="1620000" flipH="1">
                <a:off x="10888991" y="755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06" name="Google Shape;1406;p27"/>
              <p:cNvCxnSpPr/>
              <p:nvPr/>
            </p:nvCxnSpPr>
            <p:spPr>
              <a:xfrm rot="1740000" flipH="1">
                <a:off x="11010193" y="81974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07" name="Google Shape;1407;p27"/>
              <p:cNvCxnSpPr/>
              <p:nvPr/>
            </p:nvCxnSpPr>
            <p:spPr>
              <a:xfrm rot="1860000" flipH="1">
                <a:off x="11129014" y="89566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08" name="Google Shape;1408;p27"/>
              <p:cNvCxnSpPr/>
              <p:nvPr/>
            </p:nvCxnSpPr>
            <p:spPr>
              <a:xfrm rot="1980000" flipH="1">
                <a:off x="11249872" y="968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09" name="Google Shape;1409;p27"/>
              <p:cNvCxnSpPr/>
              <p:nvPr/>
            </p:nvCxnSpPr>
            <p:spPr>
              <a:xfrm rot="2160000" flipH="1">
                <a:off x="11366875" y="10480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10" name="Google Shape;1410;p27"/>
              <p:cNvCxnSpPr/>
              <p:nvPr/>
            </p:nvCxnSpPr>
            <p:spPr>
              <a:xfrm rot="2280000" flipH="1">
                <a:off x="11474058" y="11315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11" name="Google Shape;1411;p27"/>
              <p:cNvCxnSpPr/>
              <p:nvPr/>
            </p:nvCxnSpPr>
            <p:spPr>
              <a:xfrm rot="2400000" flipH="1">
                <a:off x="11583303" y="122179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12" name="Google Shape;1412;p27"/>
              <p:cNvCxnSpPr/>
              <p:nvPr/>
            </p:nvCxnSpPr>
            <p:spPr>
              <a:xfrm rot="2520000" flipH="1">
                <a:off x="11685344" y="132177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13" name="Google Shape;1413;p27"/>
              <p:cNvCxnSpPr/>
              <p:nvPr/>
            </p:nvCxnSpPr>
            <p:spPr>
              <a:xfrm rot="2700000" flipH="1">
                <a:off x="11787704" y="14176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14" name="Google Shape;1414;p27"/>
              <p:cNvCxnSpPr/>
              <p:nvPr/>
            </p:nvCxnSpPr>
            <p:spPr>
              <a:xfrm rot="2820000" flipH="1">
                <a:off x="11880859" y="15179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15" name="Google Shape;1415;p27"/>
              <p:cNvCxnSpPr/>
              <p:nvPr/>
            </p:nvCxnSpPr>
            <p:spPr>
              <a:xfrm rot="2940000" flipH="1">
                <a:off x="11969252" y="162743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16" name="Google Shape;1416;p27"/>
              <p:cNvCxnSpPr/>
              <p:nvPr/>
            </p:nvCxnSpPr>
            <p:spPr>
              <a:xfrm rot="3060000" flipH="1">
                <a:off x="12062016" y="173601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17" name="Google Shape;1417;p27"/>
              <p:cNvCxnSpPr/>
              <p:nvPr/>
            </p:nvCxnSpPr>
            <p:spPr>
              <a:xfrm flipH="1">
                <a:off x="12074680" y="1910249"/>
                <a:ext cx="117320" cy="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18" name="Google Shape;1418;p27"/>
              <p:cNvCxnSpPr/>
              <p:nvPr/>
            </p:nvCxnSpPr>
            <p:spPr>
              <a:xfrm flipH="1">
                <a:off x="12149943" y="2083594"/>
                <a:ext cx="39676" cy="2143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19" name="Google Shape;1419;p27"/>
              <p:cNvCxnSpPr/>
              <p:nvPr/>
            </p:nvCxnSpPr>
            <p:spPr>
              <a:xfrm rot="-180000" flipH="1">
                <a:off x="9127990" y="33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20" name="Google Shape;1420;p27"/>
              <p:cNvCxnSpPr/>
              <p:nvPr/>
            </p:nvCxnSpPr>
            <p:spPr>
              <a:xfrm rot="-300000" flipH="1">
                <a:off x="8987576" y="33663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21" name="Google Shape;1421;p27"/>
              <p:cNvCxnSpPr/>
              <p:nvPr/>
            </p:nvCxnSpPr>
            <p:spPr>
              <a:xfrm rot="-420000" flipH="1">
                <a:off x="8844859" y="35117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22" name="Google Shape;1422;p27"/>
              <p:cNvCxnSpPr/>
              <p:nvPr/>
            </p:nvCxnSpPr>
            <p:spPr>
              <a:xfrm rot="-540000" flipH="1">
                <a:off x="8706904" y="3657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23" name="Google Shape;1423;p27"/>
              <p:cNvCxnSpPr/>
              <p:nvPr/>
            </p:nvCxnSpPr>
            <p:spPr>
              <a:xfrm rot="-720000" flipH="1">
                <a:off x="8568008" y="3878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24" name="Google Shape;1424;p27"/>
              <p:cNvCxnSpPr/>
              <p:nvPr/>
            </p:nvCxnSpPr>
            <p:spPr>
              <a:xfrm rot="-840000" flipH="1">
                <a:off x="8429112" y="4100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25" name="Google Shape;1425;p27"/>
              <p:cNvCxnSpPr/>
              <p:nvPr/>
            </p:nvCxnSpPr>
            <p:spPr>
              <a:xfrm rot="-960000" flipH="1">
                <a:off x="8294968" y="4462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26" name="Google Shape;1426;p27"/>
              <p:cNvCxnSpPr/>
              <p:nvPr/>
            </p:nvCxnSpPr>
            <p:spPr>
              <a:xfrm rot="-1080000" flipH="1">
                <a:off x="8160824" y="48237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27" name="Google Shape;1427;p27"/>
              <p:cNvCxnSpPr/>
              <p:nvPr/>
            </p:nvCxnSpPr>
            <p:spPr>
              <a:xfrm rot="-1260000" flipH="1">
                <a:off x="8027689" y="53184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28" name="Google Shape;1428;p27"/>
              <p:cNvCxnSpPr/>
              <p:nvPr/>
            </p:nvCxnSpPr>
            <p:spPr>
              <a:xfrm rot="-1380000" flipH="1">
                <a:off x="7894554" y="58132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29" name="Google Shape;1429;p27"/>
              <p:cNvCxnSpPr/>
              <p:nvPr/>
            </p:nvCxnSpPr>
            <p:spPr>
              <a:xfrm rot="-1500000" flipH="1">
                <a:off x="7761419" y="63079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30" name="Google Shape;1430;p27"/>
              <p:cNvCxnSpPr/>
              <p:nvPr/>
            </p:nvCxnSpPr>
            <p:spPr>
              <a:xfrm rot="-1620000" flipH="1">
                <a:off x="7636645" y="6898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31" name="Google Shape;1431;p27"/>
              <p:cNvCxnSpPr/>
              <p:nvPr/>
            </p:nvCxnSpPr>
            <p:spPr>
              <a:xfrm rot="-1800000" flipH="1">
                <a:off x="7511871" y="75119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32" name="Google Shape;1432;p27"/>
              <p:cNvCxnSpPr/>
              <p:nvPr/>
            </p:nvCxnSpPr>
            <p:spPr>
              <a:xfrm rot="-1920000" flipH="1">
                <a:off x="7387899" y="81977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33" name="Google Shape;1433;p27"/>
              <p:cNvCxnSpPr/>
              <p:nvPr/>
            </p:nvCxnSpPr>
            <p:spPr>
              <a:xfrm rot="-2040000" flipH="1">
                <a:off x="7268530" y="8931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34" name="Google Shape;1434;p27"/>
              <p:cNvCxnSpPr/>
              <p:nvPr/>
            </p:nvCxnSpPr>
            <p:spPr>
              <a:xfrm rot="-2160000" flipH="1">
                <a:off x="7152030" y="9765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35" name="Google Shape;1435;p27"/>
              <p:cNvCxnSpPr/>
              <p:nvPr/>
            </p:nvCxnSpPr>
            <p:spPr>
              <a:xfrm rot="-2340000" flipH="1">
                <a:off x="7041695" y="10600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36" name="Google Shape;1436;p27"/>
              <p:cNvCxnSpPr/>
              <p:nvPr/>
            </p:nvCxnSpPr>
            <p:spPr>
              <a:xfrm rot="-2460000" flipH="1">
                <a:off x="6931360" y="114346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37" name="Google Shape;1437;p27"/>
              <p:cNvCxnSpPr/>
              <p:nvPr/>
            </p:nvCxnSpPr>
            <p:spPr>
              <a:xfrm rot="-2580000" flipH="1">
                <a:off x="6819070" y="123586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38" name="Google Shape;1438;p27"/>
              <p:cNvCxnSpPr/>
              <p:nvPr/>
            </p:nvCxnSpPr>
            <p:spPr>
              <a:xfrm rot="-2700000" flipH="1">
                <a:off x="6721359" y="133274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39" name="Google Shape;1439;p27"/>
              <p:cNvCxnSpPr/>
              <p:nvPr/>
            </p:nvCxnSpPr>
            <p:spPr>
              <a:xfrm rot="-2880000" flipH="1">
                <a:off x="6617467" y="1429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40" name="Google Shape;1440;p27"/>
              <p:cNvCxnSpPr/>
              <p:nvPr/>
            </p:nvCxnSpPr>
            <p:spPr>
              <a:xfrm rot="-3000000" flipH="1">
                <a:off x="6520032" y="15272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41" name="Google Shape;1441;p27"/>
              <p:cNvCxnSpPr/>
              <p:nvPr/>
            </p:nvCxnSpPr>
            <p:spPr>
              <a:xfrm rot="-3120000" flipH="1">
                <a:off x="6429579" y="16416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42" name="Google Shape;1442;p27"/>
              <p:cNvCxnSpPr/>
              <p:nvPr/>
            </p:nvCxnSpPr>
            <p:spPr>
              <a:xfrm rot="-3240000" flipH="1">
                <a:off x="6340532" y="1750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43" name="Google Shape;1443;p27"/>
              <p:cNvCxnSpPr/>
              <p:nvPr/>
            </p:nvCxnSpPr>
            <p:spPr>
              <a:xfrm rot="-3420000" flipH="1">
                <a:off x="6261757" y="18601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44" name="Google Shape;1444;p27"/>
              <p:cNvCxnSpPr/>
              <p:nvPr/>
            </p:nvCxnSpPr>
            <p:spPr>
              <a:xfrm rot="-3540000" flipH="1">
                <a:off x="6184144" y="19796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45" name="Google Shape;1445;p27"/>
              <p:cNvCxnSpPr/>
              <p:nvPr/>
            </p:nvCxnSpPr>
            <p:spPr>
              <a:xfrm rot="-3660000" flipH="1">
                <a:off x="6106531" y="20990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46" name="Google Shape;1446;p27"/>
              <p:cNvCxnSpPr/>
              <p:nvPr/>
            </p:nvCxnSpPr>
            <p:spPr>
              <a:xfrm rot="-3780000" flipH="1">
                <a:off x="6043206" y="222255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47" name="Google Shape;1447;p27"/>
              <p:cNvCxnSpPr/>
              <p:nvPr/>
            </p:nvCxnSpPr>
            <p:spPr>
              <a:xfrm rot="-3960000" flipH="1">
                <a:off x="5978913" y="234430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48" name="Google Shape;1448;p27"/>
              <p:cNvCxnSpPr/>
              <p:nvPr/>
            </p:nvCxnSpPr>
            <p:spPr>
              <a:xfrm rot="-4080000" flipH="1">
                <a:off x="5912438" y="24706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49" name="Google Shape;1449;p27"/>
              <p:cNvCxnSpPr/>
              <p:nvPr/>
            </p:nvCxnSpPr>
            <p:spPr>
              <a:xfrm rot="-4200000" flipH="1">
                <a:off x="5858875" y="260092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50" name="Google Shape;1450;p27"/>
              <p:cNvCxnSpPr/>
              <p:nvPr/>
            </p:nvCxnSpPr>
            <p:spPr>
              <a:xfrm rot="-4320000" flipH="1">
                <a:off x="5808182" y="273404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51" name="Google Shape;1451;p27"/>
              <p:cNvCxnSpPr/>
              <p:nvPr/>
            </p:nvCxnSpPr>
            <p:spPr>
              <a:xfrm rot="-4500000" flipH="1">
                <a:off x="5773263" y="28668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52" name="Google Shape;1452;p27"/>
              <p:cNvCxnSpPr/>
              <p:nvPr/>
            </p:nvCxnSpPr>
            <p:spPr>
              <a:xfrm rot="-4620000" flipH="1">
                <a:off x="5735963" y="300206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53" name="Google Shape;1453;p27"/>
              <p:cNvCxnSpPr/>
              <p:nvPr/>
            </p:nvCxnSpPr>
            <p:spPr>
              <a:xfrm rot="-4740000" flipH="1">
                <a:off x="5700105" y="31389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54" name="Google Shape;1454;p27"/>
              <p:cNvCxnSpPr/>
              <p:nvPr/>
            </p:nvCxnSpPr>
            <p:spPr>
              <a:xfrm rot="-4860000" flipH="1">
                <a:off x="5665939" y="327548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55" name="Google Shape;1455;p27"/>
              <p:cNvCxnSpPr/>
              <p:nvPr/>
            </p:nvCxnSpPr>
            <p:spPr>
              <a:xfrm rot="-5040000" flipH="1">
                <a:off x="5644476" y="341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56" name="Google Shape;1456;p27"/>
              <p:cNvCxnSpPr/>
              <p:nvPr/>
            </p:nvCxnSpPr>
            <p:spPr>
              <a:xfrm rot="-5160000" flipH="1">
                <a:off x="5626530" y="3554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57" name="Google Shape;1457;p27"/>
              <p:cNvCxnSpPr/>
              <p:nvPr/>
            </p:nvCxnSpPr>
            <p:spPr>
              <a:xfrm rot="-5280000" flipH="1">
                <a:off x="5616429" y="36918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58" name="Google Shape;1458;p27"/>
              <p:cNvCxnSpPr/>
              <p:nvPr/>
            </p:nvCxnSpPr>
            <p:spPr>
              <a:xfrm rot="-5400000" flipH="1">
                <a:off x="5611319" y="38353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59" name="Google Shape;1459;p27"/>
              <p:cNvCxnSpPr/>
              <p:nvPr/>
            </p:nvCxnSpPr>
            <p:spPr>
              <a:xfrm rot="-5580000" flipH="1">
                <a:off x="5608540" y="397572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0" name="Google Shape;1460;p27"/>
              <p:cNvCxnSpPr/>
              <p:nvPr/>
            </p:nvCxnSpPr>
            <p:spPr>
              <a:xfrm rot="-5700000" flipH="1">
                <a:off x="5605761" y="41160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1" name="Google Shape;1461;p27"/>
              <p:cNvCxnSpPr/>
              <p:nvPr/>
            </p:nvCxnSpPr>
            <p:spPr>
              <a:xfrm rot="-5820000" flipH="1">
                <a:off x="5624195" y="425421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2" name="Google Shape;1462;p27"/>
              <p:cNvCxnSpPr/>
              <p:nvPr/>
            </p:nvCxnSpPr>
            <p:spPr>
              <a:xfrm rot="-5940000" flipH="1">
                <a:off x="5642629" y="43923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3" name="Google Shape;1463;p27"/>
              <p:cNvCxnSpPr/>
              <p:nvPr/>
            </p:nvCxnSpPr>
            <p:spPr>
              <a:xfrm rot="-6120000" flipH="1">
                <a:off x="5654818" y="45363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4" name="Google Shape;1464;p27"/>
              <p:cNvCxnSpPr/>
              <p:nvPr/>
            </p:nvCxnSpPr>
            <p:spPr>
              <a:xfrm rot="-6240000" flipH="1">
                <a:off x="5684446" y="467136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5" name="Google Shape;1465;p27"/>
              <p:cNvCxnSpPr/>
              <p:nvPr/>
            </p:nvCxnSpPr>
            <p:spPr>
              <a:xfrm rot="-6360000" flipH="1">
                <a:off x="5714074" y="48087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6" name="Google Shape;1466;p27"/>
              <p:cNvCxnSpPr/>
              <p:nvPr/>
            </p:nvCxnSpPr>
            <p:spPr>
              <a:xfrm rot="-6480000" flipH="1">
                <a:off x="5748464" y="49484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7" name="Google Shape;1467;p27"/>
              <p:cNvCxnSpPr/>
              <p:nvPr/>
            </p:nvCxnSpPr>
            <p:spPr>
              <a:xfrm rot="-6660000" flipH="1">
                <a:off x="5792091" y="507760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8" name="Google Shape;1468;p27"/>
              <p:cNvCxnSpPr/>
              <p:nvPr/>
            </p:nvCxnSpPr>
            <p:spPr>
              <a:xfrm rot="-6780000" flipH="1">
                <a:off x="5847441" y="52112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9" name="Google Shape;1469;p27"/>
              <p:cNvCxnSpPr/>
              <p:nvPr/>
            </p:nvCxnSpPr>
            <p:spPr>
              <a:xfrm rot="-6900000" flipH="1">
                <a:off x="5900410" y="53424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70" name="Google Shape;1470;p27"/>
              <p:cNvCxnSpPr/>
              <p:nvPr/>
            </p:nvCxnSpPr>
            <p:spPr>
              <a:xfrm rot="-7020000" flipH="1">
                <a:off x="5955760" y="547369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471" name="Google Shape;1471;p27"/>
          <p:cNvGrpSpPr/>
          <p:nvPr/>
        </p:nvGrpSpPr>
        <p:grpSpPr>
          <a:xfrm rot="-6207392">
            <a:off x="7397406" y="-618856"/>
            <a:ext cx="4915057" cy="4271437"/>
            <a:chOff x="5281603" y="104899"/>
            <a:chExt cx="6910397" cy="6005491"/>
          </a:xfrm>
        </p:grpSpPr>
        <p:sp>
          <p:nvSpPr>
            <p:cNvPr id="1472" name="Google Shape;1472;p27"/>
            <p:cNvSpPr/>
            <p:nvPr/>
          </p:nvSpPr>
          <p:spPr>
            <a:xfrm>
              <a:off x="5281603" y="104899"/>
              <a:ext cx="6896713" cy="6005491"/>
            </a:xfrm>
            <a:custGeom>
              <a:avLst/>
              <a:gdLst/>
              <a:ahLst/>
              <a:cxnLst/>
              <a:rect l="l" t="t" r="r" b="b"/>
              <a:pathLst>
                <a:path w="6896713" h="6005491" extrusionOk="0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73" name="Google Shape;1473;p27"/>
            <p:cNvGrpSpPr/>
            <p:nvPr/>
          </p:nvGrpSpPr>
          <p:grpSpPr>
            <a:xfrm>
              <a:off x="5516218" y="331504"/>
              <a:ext cx="6675782" cy="5276654"/>
              <a:chOff x="5516218" y="331504"/>
              <a:chExt cx="6675782" cy="5276654"/>
            </a:xfrm>
          </p:grpSpPr>
          <p:cxnSp>
            <p:nvCxnSpPr>
              <p:cNvPr id="1474" name="Google Shape;1474;p27"/>
              <p:cNvCxnSpPr/>
              <p:nvPr/>
            </p:nvCxnSpPr>
            <p:spPr>
              <a:xfrm flipH="1">
                <a:off x="9266830" y="3315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75" name="Google Shape;1475;p27"/>
              <p:cNvCxnSpPr/>
              <p:nvPr/>
            </p:nvCxnSpPr>
            <p:spPr>
              <a:xfrm rot="120000" flipH="1">
                <a:off x="9408861" y="3383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76" name="Google Shape;1476;p27"/>
              <p:cNvCxnSpPr/>
              <p:nvPr/>
            </p:nvCxnSpPr>
            <p:spPr>
              <a:xfrm rot="240000" flipH="1">
                <a:off x="9551700" y="34763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77" name="Google Shape;1477;p27"/>
              <p:cNvCxnSpPr/>
              <p:nvPr/>
            </p:nvCxnSpPr>
            <p:spPr>
              <a:xfrm rot="360000" flipH="1">
                <a:off x="9688748" y="36808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78" name="Google Shape;1478;p27"/>
              <p:cNvCxnSpPr/>
              <p:nvPr/>
            </p:nvCxnSpPr>
            <p:spPr>
              <a:xfrm rot="540000" flipH="1">
                <a:off x="9824866" y="38922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79" name="Google Shape;1479;p27"/>
              <p:cNvCxnSpPr/>
              <p:nvPr/>
            </p:nvCxnSpPr>
            <p:spPr>
              <a:xfrm rot="660000" flipH="1">
                <a:off x="9966867" y="41754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80" name="Google Shape;1480;p27"/>
              <p:cNvCxnSpPr/>
              <p:nvPr/>
            </p:nvCxnSpPr>
            <p:spPr>
              <a:xfrm rot="780000" flipH="1">
                <a:off x="10104425" y="4458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81" name="Google Shape;1481;p27"/>
              <p:cNvCxnSpPr/>
              <p:nvPr/>
            </p:nvCxnSpPr>
            <p:spPr>
              <a:xfrm rot="900000" flipH="1">
                <a:off x="10240513" y="47948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82" name="Google Shape;1482;p27"/>
              <p:cNvCxnSpPr/>
              <p:nvPr/>
            </p:nvCxnSpPr>
            <p:spPr>
              <a:xfrm rot="1080000" flipH="1">
                <a:off x="10373882" y="52435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83" name="Google Shape;1483;p27"/>
              <p:cNvCxnSpPr/>
              <p:nvPr/>
            </p:nvCxnSpPr>
            <p:spPr>
              <a:xfrm rot="1200000" flipH="1">
                <a:off x="10505632" y="570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84" name="Google Shape;1484;p27"/>
              <p:cNvCxnSpPr/>
              <p:nvPr/>
            </p:nvCxnSpPr>
            <p:spPr>
              <a:xfrm rot="1320000" flipH="1">
                <a:off x="10637382" y="62134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85" name="Google Shape;1485;p27"/>
              <p:cNvCxnSpPr/>
              <p:nvPr/>
            </p:nvCxnSpPr>
            <p:spPr>
              <a:xfrm rot="1440000" flipH="1">
                <a:off x="10760965" y="69043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86" name="Google Shape;1486;p27"/>
              <p:cNvCxnSpPr/>
              <p:nvPr/>
            </p:nvCxnSpPr>
            <p:spPr>
              <a:xfrm rot="1620000" flipH="1">
                <a:off x="10888991" y="755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87" name="Google Shape;1487;p27"/>
              <p:cNvCxnSpPr/>
              <p:nvPr/>
            </p:nvCxnSpPr>
            <p:spPr>
              <a:xfrm rot="1740000" flipH="1">
                <a:off x="11010193" y="81974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88" name="Google Shape;1488;p27"/>
              <p:cNvCxnSpPr/>
              <p:nvPr/>
            </p:nvCxnSpPr>
            <p:spPr>
              <a:xfrm rot="1860000" flipH="1">
                <a:off x="11129014" y="89566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89" name="Google Shape;1489;p27"/>
              <p:cNvCxnSpPr/>
              <p:nvPr/>
            </p:nvCxnSpPr>
            <p:spPr>
              <a:xfrm rot="1980000" flipH="1">
                <a:off x="11249872" y="9680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0" name="Google Shape;1490;p27"/>
              <p:cNvCxnSpPr/>
              <p:nvPr/>
            </p:nvCxnSpPr>
            <p:spPr>
              <a:xfrm rot="2160000" flipH="1">
                <a:off x="11366875" y="10480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1" name="Google Shape;1491;p27"/>
              <p:cNvCxnSpPr/>
              <p:nvPr/>
            </p:nvCxnSpPr>
            <p:spPr>
              <a:xfrm rot="2280000" flipH="1">
                <a:off x="11474058" y="11315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2" name="Google Shape;1492;p27"/>
              <p:cNvCxnSpPr/>
              <p:nvPr/>
            </p:nvCxnSpPr>
            <p:spPr>
              <a:xfrm rot="2400000" flipH="1">
                <a:off x="11583303" y="122179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3" name="Google Shape;1493;p27"/>
              <p:cNvCxnSpPr/>
              <p:nvPr/>
            </p:nvCxnSpPr>
            <p:spPr>
              <a:xfrm rot="2520000" flipH="1">
                <a:off x="11685344" y="132177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4" name="Google Shape;1494;p27"/>
              <p:cNvCxnSpPr/>
              <p:nvPr/>
            </p:nvCxnSpPr>
            <p:spPr>
              <a:xfrm rot="2700000" flipH="1">
                <a:off x="11787704" y="14176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5" name="Google Shape;1495;p27"/>
              <p:cNvCxnSpPr/>
              <p:nvPr/>
            </p:nvCxnSpPr>
            <p:spPr>
              <a:xfrm rot="2820000" flipH="1">
                <a:off x="11880859" y="15179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6" name="Google Shape;1496;p27"/>
              <p:cNvCxnSpPr/>
              <p:nvPr/>
            </p:nvCxnSpPr>
            <p:spPr>
              <a:xfrm rot="2940000" flipH="1">
                <a:off x="11969252" y="162743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7" name="Google Shape;1497;p27"/>
              <p:cNvCxnSpPr/>
              <p:nvPr/>
            </p:nvCxnSpPr>
            <p:spPr>
              <a:xfrm rot="3060000" flipH="1">
                <a:off x="12062016" y="173601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8" name="Google Shape;1498;p27"/>
              <p:cNvCxnSpPr/>
              <p:nvPr/>
            </p:nvCxnSpPr>
            <p:spPr>
              <a:xfrm flipH="1">
                <a:off x="12074680" y="1910249"/>
                <a:ext cx="117320" cy="82912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9" name="Google Shape;1499;p27"/>
              <p:cNvCxnSpPr/>
              <p:nvPr/>
            </p:nvCxnSpPr>
            <p:spPr>
              <a:xfrm flipH="1">
                <a:off x="12149943" y="2083594"/>
                <a:ext cx="39676" cy="21436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00" name="Google Shape;1500;p27"/>
              <p:cNvCxnSpPr/>
              <p:nvPr/>
            </p:nvCxnSpPr>
            <p:spPr>
              <a:xfrm rot="-180000" flipH="1">
                <a:off x="9127990" y="33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01" name="Google Shape;1501;p27"/>
              <p:cNvCxnSpPr/>
              <p:nvPr/>
            </p:nvCxnSpPr>
            <p:spPr>
              <a:xfrm rot="-300000" flipH="1">
                <a:off x="8987576" y="33663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02" name="Google Shape;1502;p27"/>
              <p:cNvCxnSpPr/>
              <p:nvPr/>
            </p:nvCxnSpPr>
            <p:spPr>
              <a:xfrm rot="-420000" flipH="1">
                <a:off x="8844859" y="35117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03" name="Google Shape;1503;p27"/>
              <p:cNvCxnSpPr/>
              <p:nvPr/>
            </p:nvCxnSpPr>
            <p:spPr>
              <a:xfrm rot="-540000" flipH="1">
                <a:off x="8706904" y="3657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04" name="Google Shape;1504;p27"/>
              <p:cNvCxnSpPr/>
              <p:nvPr/>
            </p:nvCxnSpPr>
            <p:spPr>
              <a:xfrm rot="-720000" flipH="1">
                <a:off x="8568008" y="38789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05" name="Google Shape;1505;p27"/>
              <p:cNvCxnSpPr/>
              <p:nvPr/>
            </p:nvCxnSpPr>
            <p:spPr>
              <a:xfrm rot="-840000" flipH="1">
                <a:off x="8429112" y="4100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06" name="Google Shape;1506;p27"/>
              <p:cNvCxnSpPr/>
              <p:nvPr/>
            </p:nvCxnSpPr>
            <p:spPr>
              <a:xfrm rot="-960000" flipH="1">
                <a:off x="8294968" y="4462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07" name="Google Shape;1507;p27"/>
              <p:cNvCxnSpPr/>
              <p:nvPr/>
            </p:nvCxnSpPr>
            <p:spPr>
              <a:xfrm rot="-1080000" flipH="1">
                <a:off x="8160824" y="48237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08" name="Google Shape;1508;p27"/>
              <p:cNvCxnSpPr/>
              <p:nvPr/>
            </p:nvCxnSpPr>
            <p:spPr>
              <a:xfrm rot="-1260000" flipH="1">
                <a:off x="8027689" y="53184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09" name="Google Shape;1509;p27"/>
              <p:cNvCxnSpPr/>
              <p:nvPr/>
            </p:nvCxnSpPr>
            <p:spPr>
              <a:xfrm rot="-1380000" flipH="1">
                <a:off x="7894554" y="58132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10" name="Google Shape;1510;p27"/>
              <p:cNvCxnSpPr/>
              <p:nvPr/>
            </p:nvCxnSpPr>
            <p:spPr>
              <a:xfrm rot="-1500000" flipH="1">
                <a:off x="7761419" y="63079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11" name="Google Shape;1511;p27"/>
              <p:cNvCxnSpPr/>
              <p:nvPr/>
            </p:nvCxnSpPr>
            <p:spPr>
              <a:xfrm rot="-1620000" flipH="1">
                <a:off x="7636645" y="68980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12" name="Google Shape;1512;p27"/>
              <p:cNvCxnSpPr/>
              <p:nvPr/>
            </p:nvCxnSpPr>
            <p:spPr>
              <a:xfrm rot="-1800000" flipH="1">
                <a:off x="7511871" y="75119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13" name="Google Shape;1513;p27"/>
              <p:cNvCxnSpPr/>
              <p:nvPr/>
            </p:nvCxnSpPr>
            <p:spPr>
              <a:xfrm rot="-1920000" flipH="1">
                <a:off x="7387899" y="81977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14" name="Google Shape;1514;p27"/>
              <p:cNvCxnSpPr/>
              <p:nvPr/>
            </p:nvCxnSpPr>
            <p:spPr>
              <a:xfrm rot="-2040000" flipH="1">
                <a:off x="7268530" y="89316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15" name="Google Shape;1515;p27"/>
              <p:cNvCxnSpPr/>
              <p:nvPr/>
            </p:nvCxnSpPr>
            <p:spPr>
              <a:xfrm rot="-2160000" flipH="1">
                <a:off x="7152030" y="97658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16" name="Google Shape;1516;p27"/>
              <p:cNvCxnSpPr/>
              <p:nvPr/>
            </p:nvCxnSpPr>
            <p:spPr>
              <a:xfrm rot="-2340000" flipH="1">
                <a:off x="7041695" y="106002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17" name="Google Shape;1517;p27"/>
              <p:cNvCxnSpPr/>
              <p:nvPr/>
            </p:nvCxnSpPr>
            <p:spPr>
              <a:xfrm rot="-2460000" flipH="1">
                <a:off x="6931360" y="114346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18" name="Google Shape;1518;p27"/>
              <p:cNvCxnSpPr/>
              <p:nvPr/>
            </p:nvCxnSpPr>
            <p:spPr>
              <a:xfrm rot="-2580000" flipH="1">
                <a:off x="6819070" y="123586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19" name="Google Shape;1519;p27"/>
              <p:cNvCxnSpPr/>
              <p:nvPr/>
            </p:nvCxnSpPr>
            <p:spPr>
              <a:xfrm rot="-2700000" flipH="1">
                <a:off x="6721359" y="133274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20" name="Google Shape;1520;p27"/>
              <p:cNvCxnSpPr/>
              <p:nvPr/>
            </p:nvCxnSpPr>
            <p:spPr>
              <a:xfrm rot="-2880000" flipH="1">
                <a:off x="6617467" y="1429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21" name="Google Shape;1521;p27"/>
              <p:cNvCxnSpPr/>
              <p:nvPr/>
            </p:nvCxnSpPr>
            <p:spPr>
              <a:xfrm rot="-3000000" flipH="1">
                <a:off x="6520032" y="15272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22" name="Google Shape;1522;p27"/>
              <p:cNvCxnSpPr/>
              <p:nvPr/>
            </p:nvCxnSpPr>
            <p:spPr>
              <a:xfrm rot="-3120000" flipH="1">
                <a:off x="6429579" y="16416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23" name="Google Shape;1523;p27"/>
              <p:cNvCxnSpPr/>
              <p:nvPr/>
            </p:nvCxnSpPr>
            <p:spPr>
              <a:xfrm rot="-3240000" flipH="1">
                <a:off x="6340532" y="17504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24" name="Google Shape;1524;p27"/>
              <p:cNvCxnSpPr/>
              <p:nvPr/>
            </p:nvCxnSpPr>
            <p:spPr>
              <a:xfrm rot="-3420000" flipH="1">
                <a:off x="6261757" y="18601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25" name="Google Shape;1525;p27"/>
              <p:cNvCxnSpPr/>
              <p:nvPr/>
            </p:nvCxnSpPr>
            <p:spPr>
              <a:xfrm rot="-3540000" flipH="1">
                <a:off x="6184144" y="197961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26" name="Google Shape;1526;p27"/>
              <p:cNvCxnSpPr/>
              <p:nvPr/>
            </p:nvCxnSpPr>
            <p:spPr>
              <a:xfrm rot="-3660000" flipH="1">
                <a:off x="6106531" y="20990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27" name="Google Shape;1527;p27"/>
              <p:cNvCxnSpPr/>
              <p:nvPr/>
            </p:nvCxnSpPr>
            <p:spPr>
              <a:xfrm rot="-3780000" flipH="1">
                <a:off x="6043206" y="222255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28" name="Google Shape;1528;p27"/>
              <p:cNvCxnSpPr/>
              <p:nvPr/>
            </p:nvCxnSpPr>
            <p:spPr>
              <a:xfrm rot="-3960000" flipH="1">
                <a:off x="5978913" y="234430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29" name="Google Shape;1529;p27"/>
              <p:cNvCxnSpPr/>
              <p:nvPr/>
            </p:nvCxnSpPr>
            <p:spPr>
              <a:xfrm rot="-4080000" flipH="1">
                <a:off x="5912438" y="24706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0" name="Google Shape;1530;p27"/>
              <p:cNvCxnSpPr/>
              <p:nvPr/>
            </p:nvCxnSpPr>
            <p:spPr>
              <a:xfrm rot="-4200000" flipH="1">
                <a:off x="5858875" y="2600922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1" name="Google Shape;1531;p27"/>
              <p:cNvCxnSpPr/>
              <p:nvPr/>
            </p:nvCxnSpPr>
            <p:spPr>
              <a:xfrm rot="-4320000" flipH="1">
                <a:off x="5808182" y="273404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2" name="Google Shape;1532;p27"/>
              <p:cNvCxnSpPr/>
              <p:nvPr/>
            </p:nvCxnSpPr>
            <p:spPr>
              <a:xfrm rot="-4500000" flipH="1">
                <a:off x="5773263" y="286686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3" name="Google Shape;1533;p27"/>
              <p:cNvCxnSpPr/>
              <p:nvPr/>
            </p:nvCxnSpPr>
            <p:spPr>
              <a:xfrm rot="-4620000" flipH="1">
                <a:off x="5735963" y="300206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4" name="Google Shape;1534;p27"/>
              <p:cNvCxnSpPr/>
              <p:nvPr/>
            </p:nvCxnSpPr>
            <p:spPr>
              <a:xfrm rot="-4740000" flipH="1">
                <a:off x="5700105" y="313891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5" name="Google Shape;1535;p27"/>
              <p:cNvCxnSpPr/>
              <p:nvPr/>
            </p:nvCxnSpPr>
            <p:spPr>
              <a:xfrm rot="-4860000" flipH="1">
                <a:off x="5665939" y="3275489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6" name="Google Shape;1536;p27"/>
              <p:cNvCxnSpPr/>
              <p:nvPr/>
            </p:nvCxnSpPr>
            <p:spPr>
              <a:xfrm rot="-5040000" flipH="1">
                <a:off x="5644476" y="341425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7" name="Google Shape;1537;p27"/>
              <p:cNvCxnSpPr/>
              <p:nvPr/>
            </p:nvCxnSpPr>
            <p:spPr>
              <a:xfrm rot="-5160000" flipH="1">
                <a:off x="5626530" y="355462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8" name="Google Shape;1538;p27"/>
              <p:cNvCxnSpPr/>
              <p:nvPr/>
            </p:nvCxnSpPr>
            <p:spPr>
              <a:xfrm rot="-5280000" flipH="1">
                <a:off x="5616429" y="3691831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9" name="Google Shape;1539;p27"/>
              <p:cNvCxnSpPr/>
              <p:nvPr/>
            </p:nvCxnSpPr>
            <p:spPr>
              <a:xfrm rot="-5400000" flipH="1">
                <a:off x="5611319" y="38353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0" name="Google Shape;1540;p27"/>
              <p:cNvCxnSpPr/>
              <p:nvPr/>
            </p:nvCxnSpPr>
            <p:spPr>
              <a:xfrm rot="-5580000" flipH="1">
                <a:off x="5608540" y="3975726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1" name="Google Shape;1541;p27"/>
              <p:cNvCxnSpPr/>
              <p:nvPr/>
            </p:nvCxnSpPr>
            <p:spPr>
              <a:xfrm rot="-5700000" flipH="1">
                <a:off x="5605761" y="411607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2" name="Google Shape;1542;p27"/>
              <p:cNvCxnSpPr/>
              <p:nvPr/>
            </p:nvCxnSpPr>
            <p:spPr>
              <a:xfrm rot="-5820000" flipH="1">
                <a:off x="5624195" y="425421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3" name="Google Shape;1543;p27"/>
              <p:cNvCxnSpPr/>
              <p:nvPr/>
            </p:nvCxnSpPr>
            <p:spPr>
              <a:xfrm rot="-5940000" flipH="1">
                <a:off x="5642629" y="43923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4" name="Google Shape;1544;p27"/>
              <p:cNvCxnSpPr/>
              <p:nvPr/>
            </p:nvCxnSpPr>
            <p:spPr>
              <a:xfrm rot="-6120000" flipH="1">
                <a:off x="5654818" y="4536385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5" name="Google Shape;1545;p27"/>
              <p:cNvCxnSpPr/>
              <p:nvPr/>
            </p:nvCxnSpPr>
            <p:spPr>
              <a:xfrm rot="-6240000" flipH="1">
                <a:off x="5684446" y="467136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6" name="Google Shape;1546;p27"/>
              <p:cNvCxnSpPr/>
              <p:nvPr/>
            </p:nvCxnSpPr>
            <p:spPr>
              <a:xfrm rot="-6360000" flipH="1">
                <a:off x="5714074" y="4808730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7" name="Google Shape;1547;p27"/>
              <p:cNvCxnSpPr/>
              <p:nvPr/>
            </p:nvCxnSpPr>
            <p:spPr>
              <a:xfrm rot="-6480000" flipH="1">
                <a:off x="5748464" y="4948474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8" name="Google Shape;1548;p27"/>
              <p:cNvCxnSpPr/>
              <p:nvPr/>
            </p:nvCxnSpPr>
            <p:spPr>
              <a:xfrm rot="-6660000" flipH="1">
                <a:off x="5792091" y="5077607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9" name="Google Shape;1549;p27"/>
              <p:cNvCxnSpPr/>
              <p:nvPr/>
            </p:nvCxnSpPr>
            <p:spPr>
              <a:xfrm rot="-6780000" flipH="1">
                <a:off x="5847441" y="521122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50" name="Google Shape;1550;p27"/>
              <p:cNvCxnSpPr/>
              <p:nvPr/>
            </p:nvCxnSpPr>
            <p:spPr>
              <a:xfrm rot="-6900000" flipH="1">
                <a:off x="5900410" y="5342458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51" name="Google Shape;1551;p27"/>
              <p:cNvCxnSpPr/>
              <p:nvPr/>
            </p:nvCxnSpPr>
            <p:spPr>
              <a:xfrm rot="-7020000" flipH="1">
                <a:off x="5955760" y="5473693"/>
                <a:ext cx="3394" cy="182880"/>
              </a:xfrm>
              <a:prstGeom prst="straightConnector1">
                <a:avLst/>
              </a:prstGeom>
              <a:noFill/>
              <a:ln w="9525" cap="rnd" cmpd="sng">
                <a:solidFill>
                  <a:srgbClr val="FFFFFF">
                    <a:alpha val="29803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1553" name="Google Shape;15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0" y="958893"/>
            <a:ext cx="2558016" cy="318461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B5B997-9D76-4D22-BF77-D3C179043832}"/>
              </a:ext>
            </a:extLst>
          </p:cNvPr>
          <p:cNvSpPr/>
          <p:nvPr/>
        </p:nvSpPr>
        <p:spPr>
          <a:xfrm>
            <a:off x="659660" y="4225081"/>
            <a:ext cx="11317800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Workflow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using the </a:t>
            </a:r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Inference Engine API</a:t>
            </a:r>
          </a:p>
          <a:p>
            <a:pPr>
              <a:buClr>
                <a:schemeClr val="bg1"/>
              </a:buClr>
            </a:pPr>
            <a:endParaRPr lang="en-US" sz="2400" b="1" dirty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fontAlgn="base">
              <a:buClr>
                <a:schemeClr val="bg1"/>
              </a:buClr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 Inference Engine </a:t>
            </a:r>
            <a:r>
              <a:rPr lang="en-US" sz="22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 object</a:t>
            </a:r>
          </a:p>
          <a:p>
            <a:pPr marL="457200" indent="-457200" fontAlgn="base">
              <a:buClr>
                <a:schemeClr val="bg1"/>
              </a:buClr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</a:t>
            </a: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sz="22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Intermediate Representation </a:t>
            </a: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obtained from optimizer.</a:t>
            </a:r>
          </a:p>
          <a:p>
            <a:pPr marL="457200" indent="-457200" fontAlgn="base">
              <a:buClr>
                <a:schemeClr val="bg1"/>
              </a:buClr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Prepare</a:t>
            </a: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sz="22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</a:t>
            </a: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2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outputs</a:t>
            </a: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format </a:t>
            </a:r>
          </a:p>
          <a:p>
            <a:pPr marL="457200" indent="-457200" fontAlgn="base">
              <a:buClr>
                <a:schemeClr val="bg1"/>
              </a:buClr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Load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network to the plugin</a:t>
            </a:r>
          </a:p>
          <a:p>
            <a:pPr marL="457200" indent="-457200" fontAlgn="base">
              <a:buClr>
                <a:schemeClr val="bg1"/>
              </a:buClr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Call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inference API</a:t>
            </a:r>
            <a:endParaRPr lang="en-US" sz="220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2" name="Google Shape;1383;p26">
            <a:extLst>
              <a:ext uri="{FF2B5EF4-FFF2-40B4-BE49-F238E27FC236}">
                <a16:creationId xmlns:a16="http://schemas.microsoft.com/office/drawing/2014/main" id="{6E3E4763-2B38-4A12-8131-33B4DD6C75F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b="1690"/>
          <a:stretch/>
        </p:blipFill>
        <p:spPr>
          <a:xfrm>
            <a:off x="4733632" y="1103874"/>
            <a:ext cx="7052850" cy="285928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B8F83208-6CC5-4275-A31F-AF80F4DD953C}"/>
              </a:ext>
            </a:extLst>
          </p:cNvPr>
          <p:cNvSpPr/>
          <p:nvPr/>
        </p:nvSpPr>
        <p:spPr>
          <a:xfrm>
            <a:off x="7566269" y="1509325"/>
            <a:ext cx="1366191" cy="239104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44444E-6 L 0.12175 -4.44444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175 -4.44444E-6 L 0.23503 -4.44444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6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animBg="1"/>
      <p:bldP spid="173" grpId="1" animBg="1"/>
      <p:bldP spid="173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28"/>
          <p:cNvSpPr txBox="1">
            <a:spLocks noGrp="1"/>
          </p:cNvSpPr>
          <p:nvPr>
            <p:ph type="title"/>
          </p:nvPr>
        </p:nvSpPr>
        <p:spPr>
          <a:xfrm>
            <a:off x="762001" y="-152401"/>
            <a:ext cx="10131300" cy="1497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dirty="0"/>
              <a:t>OBSERVATIONS / CONCLUSION</a:t>
            </a:r>
            <a:endParaRPr dirty="0"/>
          </a:p>
        </p:txBody>
      </p:sp>
      <p:sp>
        <p:nvSpPr>
          <p:cNvPr id="1559" name="Google Shape;1559;p28"/>
          <p:cNvSpPr txBox="1">
            <a:spLocks noGrp="1"/>
          </p:cNvSpPr>
          <p:nvPr>
            <p:ph type="body" idx="1"/>
          </p:nvPr>
        </p:nvSpPr>
        <p:spPr>
          <a:xfrm>
            <a:off x="207849" y="2380536"/>
            <a:ext cx="11776301" cy="309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>
              <a:spcAft>
                <a:spcPts val="600"/>
              </a:spcAft>
              <a:buSzPts val="2400"/>
            </a:pPr>
            <a:r>
              <a:rPr lang="en-US" sz="2400" b="1" dirty="0">
                <a:solidFill>
                  <a:srgbClr val="FFFF00"/>
                </a:solidFill>
              </a:rPr>
              <a:t>Model performed well </a:t>
            </a:r>
            <a:r>
              <a:rPr lang="en-US" sz="2400" dirty="0">
                <a:solidFill>
                  <a:schemeClr val="bg1"/>
                </a:solidFill>
              </a:rPr>
              <a:t>with the given </a:t>
            </a:r>
            <a:r>
              <a:rPr lang="en-US" sz="2400" b="1" dirty="0">
                <a:solidFill>
                  <a:srgbClr val="FFFF00"/>
                </a:solidFill>
              </a:rPr>
              <a:t>small dataset. </a:t>
            </a:r>
            <a:r>
              <a:rPr lang="en-US" sz="2400" dirty="0">
                <a:solidFill>
                  <a:schemeClr val="bg1"/>
                </a:solidFill>
              </a:rPr>
              <a:t>However, </a:t>
            </a:r>
            <a:r>
              <a:rPr lang="en-US" sz="2400" b="1" dirty="0">
                <a:solidFill>
                  <a:srgbClr val="FFFF00"/>
                </a:solidFill>
              </a:rPr>
              <a:t>larger dataset </a:t>
            </a:r>
            <a:r>
              <a:rPr lang="en-US" sz="2400" dirty="0"/>
              <a:t>is required for </a:t>
            </a:r>
            <a:r>
              <a:rPr lang="en-US" sz="2400" b="1" dirty="0">
                <a:solidFill>
                  <a:srgbClr val="FFFF00"/>
                </a:solidFill>
              </a:rPr>
              <a:t>better prediction.</a:t>
            </a:r>
          </a:p>
          <a:p>
            <a:pPr marL="285750" lvl="0" indent="-323850">
              <a:spcAft>
                <a:spcPts val="600"/>
              </a:spcAft>
              <a:buSzPts val="2400"/>
            </a:pPr>
            <a:r>
              <a:rPr lang="en-US" sz="2400" dirty="0"/>
              <a:t>Epochs </a:t>
            </a:r>
            <a:r>
              <a:rPr lang="en-US" sz="2400" b="1" dirty="0">
                <a:solidFill>
                  <a:srgbClr val="FFFF00"/>
                </a:solidFill>
              </a:rPr>
              <a:t>over 10 </a:t>
            </a:r>
            <a:r>
              <a:rPr lang="en-US" sz="2400" dirty="0">
                <a:solidFill>
                  <a:schemeClr val="bg1"/>
                </a:solidFill>
              </a:rPr>
              <a:t>cause</a:t>
            </a:r>
            <a:r>
              <a:rPr lang="en-US" sz="2400" b="1" dirty="0">
                <a:solidFill>
                  <a:srgbClr val="FFFF00"/>
                </a:solidFill>
              </a:rPr>
              <a:t> overfitting</a:t>
            </a:r>
            <a:r>
              <a:rPr lang="en-US" sz="2400" dirty="0"/>
              <a:t>  and </a:t>
            </a:r>
            <a:r>
              <a:rPr lang="en-US" sz="2400" b="1" dirty="0">
                <a:solidFill>
                  <a:srgbClr val="FFFF00"/>
                </a:solidFill>
              </a:rPr>
              <a:t>below 8</a:t>
            </a:r>
            <a:r>
              <a:rPr lang="en-US" sz="2400" dirty="0"/>
              <a:t>  cause </a:t>
            </a:r>
            <a:r>
              <a:rPr lang="en-US" sz="2400" b="1" dirty="0">
                <a:solidFill>
                  <a:srgbClr val="FFFF00"/>
                </a:solidFill>
              </a:rPr>
              <a:t>underfitting</a:t>
            </a:r>
            <a:r>
              <a:rPr lang="en-US" sz="2400" dirty="0"/>
              <a:t> on the current model.</a:t>
            </a:r>
            <a:br>
              <a:rPr lang="en-US" sz="2400" dirty="0"/>
            </a:br>
            <a:r>
              <a:rPr lang="en-US" sz="2400" b="1" dirty="0">
                <a:solidFill>
                  <a:srgbClr val="FFFF00"/>
                </a:solidFill>
              </a:rPr>
              <a:t>Dropout </a:t>
            </a:r>
            <a:r>
              <a:rPr lang="en-US" sz="2400" dirty="0">
                <a:solidFill>
                  <a:schemeClr val="bg1"/>
                </a:solidFill>
              </a:rPr>
              <a:t>can be used to</a:t>
            </a:r>
            <a:r>
              <a:rPr lang="en-US" sz="2400" b="1" dirty="0">
                <a:solidFill>
                  <a:srgbClr val="FFFF00"/>
                </a:solidFill>
              </a:rPr>
              <a:t> reduce</a:t>
            </a:r>
            <a:r>
              <a:rPr lang="en-US" sz="2400" dirty="0"/>
              <a:t> overfitting.</a:t>
            </a:r>
            <a:endParaRPr sz="2400" dirty="0"/>
          </a:p>
          <a:p>
            <a:pPr marL="285750" lvl="0" indent="-323850" rtl="0">
              <a:spcBef>
                <a:spcPts val="0"/>
              </a:spcBef>
              <a:spcAft>
                <a:spcPts val="600"/>
              </a:spcAft>
              <a:buSzPts val="2400"/>
              <a:buChar char="•"/>
            </a:pPr>
            <a:r>
              <a:rPr lang="en-US" sz="2400" dirty="0"/>
              <a:t>Model </a:t>
            </a:r>
            <a:r>
              <a:rPr lang="en-US" sz="2400" b="1" dirty="0">
                <a:solidFill>
                  <a:srgbClr val="FFFF00"/>
                </a:solidFill>
              </a:rPr>
              <a:t>predicts</a:t>
            </a:r>
            <a:r>
              <a:rPr lang="en-US" sz="2400" dirty="0"/>
              <a:t> some  cases </a:t>
            </a:r>
            <a:r>
              <a:rPr lang="en-US" sz="2400" b="1" dirty="0">
                <a:solidFill>
                  <a:srgbClr val="FFFF00"/>
                </a:solidFill>
              </a:rPr>
              <a:t>semi-correctly</a:t>
            </a:r>
            <a:r>
              <a:rPr lang="en-US" sz="2400" dirty="0"/>
              <a:t> </a:t>
            </a:r>
          </a:p>
        </p:txBody>
      </p:sp>
      <p:pic>
        <p:nvPicPr>
          <p:cNvPr id="1560" name="Google Shape;15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0677" y="4423086"/>
            <a:ext cx="4424822" cy="7312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BA169B-404B-41B3-8E04-A1648309841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7849" y="836221"/>
            <a:ext cx="9816029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est 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of the model 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epochs = 9, dropout = 0.3, batch size = 20)</a:t>
            </a:r>
          </a:p>
          <a:p>
            <a:pPr lvl="1">
              <a:buClrTx/>
            </a:pP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19AFE-9D17-4A33-9D1C-777C8B747418}"/>
              </a:ext>
            </a:extLst>
          </p:cNvPr>
          <p:cNvSpPr txBox="1"/>
          <p:nvPr/>
        </p:nvSpPr>
        <p:spPr>
          <a:xfrm>
            <a:off x="2633032" y="1633943"/>
            <a:ext cx="5805889" cy="830997"/>
          </a:xfrm>
          <a:prstGeom prst="rect">
            <a:avLst/>
          </a:prstGeom>
          <a:noFill/>
          <a:ln w="38100"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lvl="1">
              <a:buClrTx/>
            </a:pPr>
            <a:r>
              <a:rPr lang="en-US" alt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Training set: 98 %        Validation set: 98 % 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ClrTx/>
            </a:pPr>
            <a:r>
              <a:rPr lang="en-US" alt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 set: 40 %               Inference set: 21- 22%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BE24D5-D717-44DC-A319-2C55DAD15958}"/>
              </a:ext>
            </a:extLst>
          </p:cNvPr>
          <p:cNvSpPr/>
          <p:nvPr/>
        </p:nvSpPr>
        <p:spPr>
          <a:xfrm>
            <a:off x="207849" y="5344671"/>
            <a:ext cx="11646299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lvl="0" indent="-342900">
              <a:spcAft>
                <a:spcPts val="600"/>
              </a:spcAft>
              <a:buClr>
                <a:schemeClr val="bg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conclusion,</a:t>
            </a:r>
          </a:p>
          <a:p>
            <a:pPr lvl="7">
              <a:spcAft>
                <a:spcPts val="600"/>
              </a:spcAft>
              <a:buClr>
                <a:schemeClr val="bg1"/>
              </a:buClr>
              <a:buSzPts val="2400"/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Intel Distribution of OpenVINO toolkit is an extremely useful framework to optimize the    </a:t>
            </a:r>
          </a:p>
          <a:p>
            <a:pPr lvl="7">
              <a:spcAft>
                <a:spcPts val="600"/>
              </a:spcAft>
              <a:buClr>
                <a:schemeClr val="bg1"/>
              </a:buClr>
              <a:buSzPts val="2400"/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models  and execute computer vision using deep learning on edge systems.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5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5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" name="Google Shape;1566;p29" descr="light spots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29"/>
          <p:cNvSpPr txBox="1">
            <a:spLocks noGrp="1"/>
          </p:cNvSpPr>
          <p:nvPr>
            <p:ph type="ctrTitle"/>
          </p:nvPr>
        </p:nvSpPr>
        <p:spPr>
          <a:xfrm>
            <a:off x="3962399" y="257386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dirty="0"/>
              <a:t>THANK YOU!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890</Words>
  <Application>Microsoft Office PowerPoint</Application>
  <PresentationFormat>Widescreen</PresentationFormat>
  <Paragraphs>128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Celestial</vt:lpstr>
      <vt:lpstr>PRACTICAL APPLICATIONS OF DEEP LEARNING</vt:lpstr>
      <vt:lpstr>PROBLEM STATEMENT / TECH OVERVIEW</vt:lpstr>
      <vt:lpstr>DATA GATHERING</vt:lpstr>
      <vt:lpstr>DATA PRE-PROCESSING &amp; AUGMENTATION</vt:lpstr>
      <vt:lpstr>CNN ARCHITECTURE</vt:lpstr>
      <vt:lpstr>TRAIN AND TEST</vt:lpstr>
      <vt:lpstr>ACCURACIES AND TWEAKS</vt:lpstr>
      <vt:lpstr>INTEL MODEL OPTIMIZER </vt:lpstr>
      <vt:lpstr>SCRIPT TO RUN THE MODEL WITH INTEL OPENVINO</vt:lpstr>
      <vt:lpstr>OBSERVATIONS / 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APPLICATIONS OF DEEP LEARNING</dc:title>
  <cp:lastModifiedBy>Srimathi K Swamy</cp:lastModifiedBy>
  <cp:revision>71</cp:revision>
  <dcterms:modified xsi:type="dcterms:W3CDTF">2020-05-05T17:52:45Z</dcterms:modified>
</cp:coreProperties>
</file>